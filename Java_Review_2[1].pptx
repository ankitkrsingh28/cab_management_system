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16.jpg" ContentType="image/jpg"/>
  <Override PartName="/ppt/media/image19.jpg" ContentType="image/jpg"/>
  <Override PartName="/ppt/media/image21.jpg" ContentType="image/jpg"/>
  <Override PartName="/ppt/media/image23.jpg" ContentType="image/jpg"/>
  <Override PartName="/ppt/media/image25.jpg" ContentType="image/jpg"/>
  <Override PartName="/ppt/media/image27.jpg" ContentType="image/jpg"/>
  <Override PartName="/ppt/media/image29.jpg" ContentType="image/jpg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69" r:id="rId22"/>
    <p:sldId id="270" r:id="rId23"/>
    <p:sldId id="273" r:id="rId24"/>
    <p:sldId id="284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94" r:id="rId33"/>
    <p:sldId id="283" r:id="rId34"/>
    <p:sldId id="272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5873E-0B63-4513-8734-13B5E8FF004C}" v="1" dt="2025-06-10T04:36:51.2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15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iagrams/_rels/data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51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3DEC01-A8DA-43EC-B6A4-BE7EABA0E7D4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DC781D9-7AA2-4D1D-A678-C11EEEC85F5F}">
      <dgm:prSet/>
      <dgm:spPr/>
      <dgm:t>
        <a:bodyPr/>
        <a:lstStyle/>
        <a:p>
          <a:r>
            <a:rPr lang="en-IN"/>
            <a:t>TEAM MEMBER</a:t>
          </a:r>
        </a:p>
      </dgm:t>
    </dgm:pt>
    <dgm:pt modelId="{CAA28F9B-9D30-4AAE-8EB0-597438037672}" type="parTrans" cxnId="{3306F323-C33A-4546-BF23-5A58681591F7}">
      <dgm:prSet/>
      <dgm:spPr/>
      <dgm:t>
        <a:bodyPr/>
        <a:lstStyle/>
        <a:p>
          <a:endParaRPr lang="en-IN"/>
        </a:p>
      </dgm:t>
    </dgm:pt>
    <dgm:pt modelId="{F9B8D706-59EA-4BB9-9841-CA0FE16DC757}" type="sibTrans" cxnId="{3306F323-C33A-4546-BF23-5A58681591F7}">
      <dgm:prSet/>
      <dgm:spPr/>
      <dgm:t>
        <a:bodyPr/>
        <a:lstStyle/>
        <a:p>
          <a:endParaRPr lang="en-IN"/>
        </a:p>
      </dgm:t>
    </dgm:pt>
    <dgm:pt modelId="{99F0C970-F0BD-4D53-AF97-3459219630FB}">
      <dgm:prSet/>
      <dgm:spPr/>
      <dgm:t>
        <a:bodyPr/>
        <a:lstStyle/>
        <a:p>
          <a:r>
            <a:rPr lang="en-IN" dirty="0"/>
            <a:t>ANKIT KUMAR SINGH</a:t>
          </a:r>
        </a:p>
      </dgm:t>
    </dgm:pt>
    <dgm:pt modelId="{8AC1505F-5657-4DE6-87D9-67E5F1992C33}" type="parTrans" cxnId="{2D7C9A0C-145D-4BFF-91CE-166D4DCFCFDA}">
      <dgm:prSet/>
      <dgm:spPr/>
      <dgm:t>
        <a:bodyPr/>
        <a:lstStyle/>
        <a:p>
          <a:endParaRPr lang="en-IN"/>
        </a:p>
      </dgm:t>
    </dgm:pt>
    <dgm:pt modelId="{15626CDD-0C93-46E3-BE18-13D3A6F09D4E}" type="sibTrans" cxnId="{2D7C9A0C-145D-4BFF-91CE-166D4DCFCFDA}">
      <dgm:prSet/>
      <dgm:spPr/>
      <dgm:t>
        <a:bodyPr/>
        <a:lstStyle/>
        <a:p>
          <a:endParaRPr lang="en-IN"/>
        </a:p>
      </dgm:t>
    </dgm:pt>
    <dgm:pt modelId="{C6DFA93C-6713-48AE-8EAF-B68174104D15}">
      <dgm:prSet/>
      <dgm:spPr/>
      <dgm:t>
        <a:bodyPr/>
        <a:lstStyle/>
        <a:p>
          <a:r>
            <a:rPr lang="en-IN"/>
            <a:t>AYUSH RAJ</a:t>
          </a:r>
        </a:p>
      </dgm:t>
    </dgm:pt>
    <dgm:pt modelId="{1407B8DF-293B-4AAF-B2A8-7BF30D23D3D3}" type="parTrans" cxnId="{4F4D4D01-3577-45FA-8628-93BB30CE9FE1}">
      <dgm:prSet/>
      <dgm:spPr/>
      <dgm:t>
        <a:bodyPr/>
        <a:lstStyle/>
        <a:p>
          <a:endParaRPr lang="en-IN"/>
        </a:p>
      </dgm:t>
    </dgm:pt>
    <dgm:pt modelId="{4CA745E7-B31F-44F9-AD7F-3CFA0B14B71C}" type="sibTrans" cxnId="{4F4D4D01-3577-45FA-8628-93BB30CE9FE1}">
      <dgm:prSet/>
      <dgm:spPr/>
      <dgm:t>
        <a:bodyPr/>
        <a:lstStyle/>
        <a:p>
          <a:endParaRPr lang="en-IN"/>
        </a:p>
      </dgm:t>
    </dgm:pt>
    <dgm:pt modelId="{89D3C79C-3475-4D26-A8F7-9FF0FD60A4BE}">
      <dgm:prSet/>
      <dgm:spPr/>
      <dgm:t>
        <a:bodyPr/>
        <a:lstStyle/>
        <a:p>
          <a:r>
            <a:rPr lang="en-IN"/>
            <a:t>KRISHIKA KUMARI</a:t>
          </a:r>
        </a:p>
      </dgm:t>
    </dgm:pt>
    <dgm:pt modelId="{0B1C450F-C8E1-4215-A146-2998FF0CFAC9}" type="parTrans" cxnId="{067CD13D-0C46-47A3-A5F3-D476023161BB}">
      <dgm:prSet/>
      <dgm:spPr/>
      <dgm:t>
        <a:bodyPr/>
        <a:lstStyle/>
        <a:p>
          <a:endParaRPr lang="en-IN"/>
        </a:p>
      </dgm:t>
    </dgm:pt>
    <dgm:pt modelId="{760CCDF2-62FD-4A32-8D70-8B955645F5D0}" type="sibTrans" cxnId="{067CD13D-0C46-47A3-A5F3-D476023161BB}">
      <dgm:prSet/>
      <dgm:spPr/>
      <dgm:t>
        <a:bodyPr/>
        <a:lstStyle/>
        <a:p>
          <a:endParaRPr lang="en-IN"/>
        </a:p>
      </dgm:t>
    </dgm:pt>
    <dgm:pt modelId="{FAC6F93D-86A2-4576-825F-1BEF9E52A8B3}">
      <dgm:prSet/>
      <dgm:spPr/>
      <dgm:t>
        <a:bodyPr/>
        <a:lstStyle/>
        <a:p>
          <a:r>
            <a:rPr lang="en-IN"/>
            <a:t>TUSHAR VARMA</a:t>
          </a:r>
        </a:p>
      </dgm:t>
    </dgm:pt>
    <dgm:pt modelId="{CC9BCDAF-59C6-4C8E-B78C-0C1E378D1967}" type="parTrans" cxnId="{CD5BE5B6-1459-4447-A975-D24D65E52711}">
      <dgm:prSet/>
      <dgm:spPr/>
      <dgm:t>
        <a:bodyPr/>
        <a:lstStyle/>
        <a:p>
          <a:endParaRPr lang="en-IN"/>
        </a:p>
      </dgm:t>
    </dgm:pt>
    <dgm:pt modelId="{F5DB2A09-C8CF-4E28-A6E4-A867F085636C}" type="sibTrans" cxnId="{CD5BE5B6-1459-4447-A975-D24D65E52711}">
      <dgm:prSet/>
      <dgm:spPr/>
      <dgm:t>
        <a:bodyPr/>
        <a:lstStyle/>
        <a:p>
          <a:endParaRPr lang="en-IN"/>
        </a:p>
      </dgm:t>
    </dgm:pt>
    <dgm:pt modelId="{F482CBA6-80D3-42D7-8624-5CA4F9DE829B}" type="pres">
      <dgm:prSet presAssocID="{C73DEC01-A8DA-43EC-B6A4-BE7EABA0E7D4}" presName="Name0" presStyleCnt="0">
        <dgm:presLayoutVars>
          <dgm:dir/>
          <dgm:resizeHandles val="exact"/>
        </dgm:presLayoutVars>
      </dgm:prSet>
      <dgm:spPr/>
    </dgm:pt>
    <dgm:pt modelId="{DFCD3BE5-0A7F-460A-98AD-92E9E17302DD}" type="pres">
      <dgm:prSet presAssocID="{C73DEC01-A8DA-43EC-B6A4-BE7EABA0E7D4}" presName="fgShape" presStyleLbl="fgShp" presStyleIdx="0" presStyleCnt="1"/>
      <dgm:spPr/>
    </dgm:pt>
    <dgm:pt modelId="{A0B63954-C962-4A89-96E7-78C5FAF00EB7}" type="pres">
      <dgm:prSet presAssocID="{C73DEC01-A8DA-43EC-B6A4-BE7EABA0E7D4}" presName="linComp" presStyleCnt="0"/>
      <dgm:spPr/>
    </dgm:pt>
    <dgm:pt modelId="{133294F8-88B2-4CBE-B6DF-B00CCC8E911D}" type="pres">
      <dgm:prSet presAssocID="{5DC781D9-7AA2-4D1D-A678-C11EEEC85F5F}" presName="compNode" presStyleCnt="0"/>
      <dgm:spPr/>
    </dgm:pt>
    <dgm:pt modelId="{9D59123C-8C74-4C67-97B2-2B271D5AB450}" type="pres">
      <dgm:prSet presAssocID="{5DC781D9-7AA2-4D1D-A678-C11EEEC85F5F}" presName="bkgdShape" presStyleLbl="node1" presStyleIdx="0" presStyleCnt="5"/>
      <dgm:spPr/>
    </dgm:pt>
    <dgm:pt modelId="{5A30FF76-6342-4DC5-A926-87666A6BBFEC}" type="pres">
      <dgm:prSet presAssocID="{5DC781D9-7AA2-4D1D-A678-C11EEEC85F5F}" presName="nodeTx" presStyleLbl="node1" presStyleIdx="0" presStyleCnt="5">
        <dgm:presLayoutVars>
          <dgm:bulletEnabled val="1"/>
        </dgm:presLayoutVars>
      </dgm:prSet>
      <dgm:spPr/>
    </dgm:pt>
    <dgm:pt modelId="{7DC62111-9E87-4EF9-A219-5F5717B3B585}" type="pres">
      <dgm:prSet presAssocID="{5DC781D9-7AA2-4D1D-A678-C11EEEC85F5F}" presName="invisiNode" presStyleLbl="node1" presStyleIdx="0" presStyleCnt="5"/>
      <dgm:spPr/>
    </dgm:pt>
    <dgm:pt modelId="{DF292A3A-D23C-4092-A013-E65819408B85}" type="pres">
      <dgm:prSet presAssocID="{5DC781D9-7AA2-4D1D-A678-C11EEEC85F5F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6000" r="-6000"/>
          </a:stretch>
        </a:blipFill>
      </dgm:spPr>
    </dgm:pt>
    <dgm:pt modelId="{1A38C30E-B15C-4D2D-9378-98BDB0E92173}" type="pres">
      <dgm:prSet presAssocID="{F9B8D706-59EA-4BB9-9841-CA0FE16DC757}" presName="sibTrans" presStyleLbl="sibTrans2D1" presStyleIdx="0" presStyleCnt="0"/>
      <dgm:spPr/>
    </dgm:pt>
    <dgm:pt modelId="{F756D23A-A378-41C5-B4F7-A511BE98EAA0}" type="pres">
      <dgm:prSet presAssocID="{99F0C970-F0BD-4D53-AF97-3459219630FB}" presName="compNode" presStyleCnt="0"/>
      <dgm:spPr/>
    </dgm:pt>
    <dgm:pt modelId="{EFADDBAA-0F78-4F9B-922D-2F1BF0524086}" type="pres">
      <dgm:prSet presAssocID="{99F0C970-F0BD-4D53-AF97-3459219630FB}" presName="bkgdShape" presStyleLbl="node1" presStyleIdx="1" presStyleCnt="5"/>
      <dgm:spPr/>
    </dgm:pt>
    <dgm:pt modelId="{4171E853-D720-455E-B78A-C007C1646659}" type="pres">
      <dgm:prSet presAssocID="{99F0C970-F0BD-4D53-AF97-3459219630FB}" presName="nodeTx" presStyleLbl="node1" presStyleIdx="1" presStyleCnt="5">
        <dgm:presLayoutVars>
          <dgm:bulletEnabled val="1"/>
        </dgm:presLayoutVars>
      </dgm:prSet>
      <dgm:spPr/>
    </dgm:pt>
    <dgm:pt modelId="{B7C7B042-61CE-433B-A27C-398ACC5BB53B}" type="pres">
      <dgm:prSet presAssocID="{99F0C970-F0BD-4D53-AF97-3459219630FB}" presName="invisiNode" presStyleLbl="node1" presStyleIdx="1" presStyleCnt="5"/>
      <dgm:spPr/>
    </dgm:pt>
    <dgm:pt modelId="{2B907CC2-7C95-4563-A80D-710756134346}" type="pres">
      <dgm:prSet presAssocID="{99F0C970-F0BD-4D53-AF97-3459219630FB}" presName="imagNode" presStyleLbl="fgImgPlace1" presStyleIdx="1" presStyleCnt="5"/>
      <dgm:spPr>
        <a:blipFill>
          <a:blip xmlns:r="http://schemas.openxmlformats.org/officeDocument/2006/relationships" r:embed="rId3"/>
          <a:srcRect/>
          <a:stretch>
            <a:fillRect t="-22000" b="-22000"/>
          </a:stretch>
        </a:blipFill>
      </dgm:spPr>
    </dgm:pt>
    <dgm:pt modelId="{8A5475C7-53BE-4B3D-8B93-FC0435456B54}" type="pres">
      <dgm:prSet presAssocID="{15626CDD-0C93-46E3-BE18-13D3A6F09D4E}" presName="sibTrans" presStyleLbl="sibTrans2D1" presStyleIdx="0" presStyleCnt="0"/>
      <dgm:spPr/>
    </dgm:pt>
    <dgm:pt modelId="{025FB67F-11F6-461D-9C13-11EA70AB98A4}" type="pres">
      <dgm:prSet presAssocID="{C6DFA93C-6713-48AE-8EAF-B68174104D15}" presName="compNode" presStyleCnt="0"/>
      <dgm:spPr/>
    </dgm:pt>
    <dgm:pt modelId="{4226A5E3-8E1E-498D-BEB9-9B18615C80CC}" type="pres">
      <dgm:prSet presAssocID="{C6DFA93C-6713-48AE-8EAF-B68174104D15}" presName="bkgdShape" presStyleLbl="node1" presStyleIdx="2" presStyleCnt="5"/>
      <dgm:spPr/>
    </dgm:pt>
    <dgm:pt modelId="{4BE99673-94C8-4BF1-86F2-D322DCF4A9F4}" type="pres">
      <dgm:prSet presAssocID="{C6DFA93C-6713-48AE-8EAF-B68174104D15}" presName="nodeTx" presStyleLbl="node1" presStyleIdx="2" presStyleCnt="5">
        <dgm:presLayoutVars>
          <dgm:bulletEnabled val="1"/>
        </dgm:presLayoutVars>
      </dgm:prSet>
      <dgm:spPr/>
    </dgm:pt>
    <dgm:pt modelId="{0027CDD4-43F2-44BC-AF1B-495A219C25F8}" type="pres">
      <dgm:prSet presAssocID="{C6DFA93C-6713-48AE-8EAF-B68174104D15}" presName="invisiNode" presStyleLbl="node1" presStyleIdx="2" presStyleCnt="5"/>
      <dgm:spPr/>
    </dgm:pt>
    <dgm:pt modelId="{91F0B5C6-57DC-40F7-AACA-B5A1FE7813C3}" type="pres">
      <dgm:prSet presAssocID="{C6DFA93C-6713-48AE-8EAF-B68174104D15}" presName="imagNode" presStyleLbl="fgImgPlace1" presStyleIdx="2" presStyleCnt="5"/>
      <dgm:spPr>
        <a:blipFill>
          <a:blip xmlns:r="http://schemas.openxmlformats.org/officeDocument/2006/relationships" r:embed="rId4"/>
          <a:srcRect/>
          <a:stretch>
            <a:fillRect t="-17000" b="-17000"/>
          </a:stretch>
        </a:blipFill>
      </dgm:spPr>
    </dgm:pt>
    <dgm:pt modelId="{CD7F3F9E-9A9B-4C79-A847-512EB754F2B5}" type="pres">
      <dgm:prSet presAssocID="{4CA745E7-B31F-44F9-AD7F-3CFA0B14B71C}" presName="sibTrans" presStyleLbl="sibTrans2D1" presStyleIdx="0" presStyleCnt="0"/>
      <dgm:spPr/>
    </dgm:pt>
    <dgm:pt modelId="{97D121B4-0226-4E83-B1F2-AD6ECB2BBC1E}" type="pres">
      <dgm:prSet presAssocID="{89D3C79C-3475-4D26-A8F7-9FF0FD60A4BE}" presName="compNode" presStyleCnt="0"/>
      <dgm:spPr/>
    </dgm:pt>
    <dgm:pt modelId="{02116A2E-617E-4F20-9BCA-E085D0D44B16}" type="pres">
      <dgm:prSet presAssocID="{89D3C79C-3475-4D26-A8F7-9FF0FD60A4BE}" presName="bkgdShape" presStyleLbl="node1" presStyleIdx="3" presStyleCnt="5"/>
      <dgm:spPr/>
    </dgm:pt>
    <dgm:pt modelId="{77292379-1F6B-44E1-81AA-F1B3732767C0}" type="pres">
      <dgm:prSet presAssocID="{89D3C79C-3475-4D26-A8F7-9FF0FD60A4BE}" presName="nodeTx" presStyleLbl="node1" presStyleIdx="3" presStyleCnt="5">
        <dgm:presLayoutVars>
          <dgm:bulletEnabled val="1"/>
        </dgm:presLayoutVars>
      </dgm:prSet>
      <dgm:spPr/>
    </dgm:pt>
    <dgm:pt modelId="{F031A65F-6897-4520-A5B9-9F179118294B}" type="pres">
      <dgm:prSet presAssocID="{89D3C79C-3475-4D26-A8F7-9FF0FD60A4BE}" presName="invisiNode" presStyleLbl="node1" presStyleIdx="3" presStyleCnt="5"/>
      <dgm:spPr/>
    </dgm:pt>
    <dgm:pt modelId="{C3DE33F8-E45A-4D52-9118-58EA3FFE2D1B}" type="pres">
      <dgm:prSet presAssocID="{89D3C79C-3475-4D26-A8F7-9FF0FD60A4BE}" presName="imagNode" presStyleLbl="fgImgPlace1" presStyleIdx="3" presStyleCnt="5"/>
      <dgm:spPr>
        <a:blipFill>
          <a:blip xmlns:r="http://schemas.openxmlformats.org/officeDocument/2006/relationships" r:embed="rId5"/>
          <a:srcRect/>
          <a:stretch>
            <a:fillRect t="-11000" b="-11000"/>
          </a:stretch>
        </a:blipFill>
      </dgm:spPr>
    </dgm:pt>
    <dgm:pt modelId="{BFFDE335-254B-49CA-AC23-ED57B3C343AB}" type="pres">
      <dgm:prSet presAssocID="{760CCDF2-62FD-4A32-8D70-8B955645F5D0}" presName="sibTrans" presStyleLbl="sibTrans2D1" presStyleIdx="0" presStyleCnt="0"/>
      <dgm:spPr/>
    </dgm:pt>
    <dgm:pt modelId="{DDF73711-EAAA-42FE-8C5A-C5F09BAB31AB}" type="pres">
      <dgm:prSet presAssocID="{FAC6F93D-86A2-4576-825F-1BEF9E52A8B3}" presName="compNode" presStyleCnt="0"/>
      <dgm:spPr/>
    </dgm:pt>
    <dgm:pt modelId="{3859ED96-8272-4173-8191-B0348D2C93F7}" type="pres">
      <dgm:prSet presAssocID="{FAC6F93D-86A2-4576-825F-1BEF9E52A8B3}" presName="bkgdShape" presStyleLbl="node1" presStyleIdx="4" presStyleCnt="5" custLinFactNeighborX="6803"/>
      <dgm:spPr/>
    </dgm:pt>
    <dgm:pt modelId="{FD3393E2-9CCA-4E6C-A80C-CF00519BAFBB}" type="pres">
      <dgm:prSet presAssocID="{FAC6F93D-86A2-4576-825F-1BEF9E52A8B3}" presName="nodeTx" presStyleLbl="node1" presStyleIdx="4" presStyleCnt="5">
        <dgm:presLayoutVars>
          <dgm:bulletEnabled val="1"/>
        </dgm:presLayoutVars>
      </dgm:prSet>
      <dgm:spPr/>
    </dgm:pt>
    <dgm:pt modelId="{5937DBBA-9D63-4442-90B4-2B40CF80896F}" type="pres">
      <dgm:prSet presAssocID="{FAC6F93D-86A2-4576-825F-1BEF9E52A8B3}" presName="invisiNode" presStyleLbl="node1" presStyleIdx="4" presStyleCnt="5"/>
      <dgm:spPr/>
    </dgm:pt>
    <dgm:pt modelId="{66B64101-4E88-476F-B01C-7719B6432FC7}" type="pres">
      <dgm:prSet presAssocID="{FAC6F93D-86A2-4576-825F-1BEF9E52A8B3}" presName="imagNode" presStyleLbl="fgImgPlace1" presStyleIdx="4" presStyleCnt="5"/>
      <dgm:spPr>
        <a:blipFill>
          <a:blip xmlns:r="http://schemas.openxmlformats.org/officeDocument/2006/relationships" r:embed="rId6"/>
          <a:srcRect/>
          <a:stretch>
            <a:fillRect t="-10000" b="-10000"/>
          </a:stretch>
        </a:blipFill>
      </dgm:spPr>
    </dgm:pt>
  </dgm:ptLst>
  <dgm:cxnLst>
    <dgm:cxn modelId="{4F4D4D01-3577-45FA-8628-93BB30CE9FE1}" srcId="{C73DEC01-A8DA-43EC-B6A4-BE7EABA0E7D4}" destId="{C6DFA93C-6713-48AE-8EAF-B68174104D15}" srcOrd="2" destOrd="0" parTransId="{1407B8DF-293B-4AAF-B2A8-7BF30D23D3D3}" sibTransId="{4CA745E7-B31F-44F9-AD7F-3CFA0B14B71C}"/>
    <dgm:cxn modelId="{2D7C9A0C-145D-4BFF-91CE-166D4DCFCFDA}" srcId="{C73DEC01-A8DA-43EC-B6A4-BE7EABA0E7D4}" destId="{99F0C970-F0BD-4D53-AF97-3459219630FB}" srcOrd="1" destOrd="0" parTransId="{8AC1505F-5657-4DE6-87D9-67E5F1992C33}" sibTransId="{15626CDD-0C93-46E3-BE18-13D3A6F09D4E}"/>
    <dgm:cxn modelId="{F0DB8014-8047-4F33-B979-E08A31AF4001}" type="presOf" srcId="{99F0C970-F0BD-4D53-AF97-3459219630FB}" destId="{EFADDBAA-0F78-4F9B-922D-2F1BF0524086}" srcOrd="0" destOrd="0" presId="urn:microsoft.com/office/officeart/2005/8/layout/hList7"/>
    <dgm:cxn modelId="{1156081F-33BD-455B-8247-2DF56682339C}" type="presOf" srcId="{15626CDD-0C93-46E3-BE18-13D3A6F09D4E}" destId="{8A5475C7-53BE-4B3D-8B93-FC0435456B54}" srcOrd="0" destOrd="0" presId="urn:microsoft.com/office/officeart/2005/8/layout/hList7"/>
    <dgm:cxn modelId="{BDC53A23-66CC-4234-B419-CE9C93D5F727}" type="presOf" srcId="{FAC6F93D-86A2-4576-825F-1BEF9E52A8B3}" destId="{FD3393E2-9CCA-4E6C-A80C-CF00519BAFBB}" srcOrd="1" destOrd="0" presId="urn:microsoft.com/office/officeart/2005/8/layout/hList7"/>
    <dgm:cxn modelId="{D98DD923-E9ED-4D9B-BDD4-0BFCD4CA93F4}" type="presOf" srcId="{5DC781D9-7AA2-4D1D-A678-C11EEEC85F5F}" destId="{5A30FF76-6342-4DC5-A926-87666A6BBFEC}" srcOrd="1" destOrd="0" presId="urn:microsoft.com/office/officeart/2005/8/layout/hList7"/>
    <dgm:cxn modelId="{3306F323-C33A-4546-BF23-5A58681591F7}" srcId="{C73DEC01-A8DA-43EC-B6A4-BE7EABA0E7D4}" destId="{5DC781D9-7AA2-4D1D-A678-C11EEEC85F5F}" srcOrd="0" destOrd="0" parTransId="{CAA28F9B-9D30-4AAE-8EB0-597438037672}" sibTransId="{F9B8D706-59EA-4BB9-9841-CA0FE16DC757}"/>
    <dgm:cxn modelId="{2154FB39-AE6E-424D-8772-157A2CDD26AF}" type="presOf" srcId="{C6DFA93C-6713-48AE-8EAF-B68174104D15}" destId="{4BE99673-94C8-4BF1-86F2-D322DCF4A9F4}" srcOrd="1" destOrd="0" presId="urn:microsoft.com/office/officeart/2005/8/layout/hList7"/>
    <dgm:cxn modelId="{A600C33B-DD61-4BD4-8CFD-FA3D9FD23316}" type="presOf" srcId="{5DC781D9-7AA2-4D1D-A678-C11EEEC85F5F}" destId="{9D59123C-8C74-4C67-97B2-2B271D5AB450}" srcOrd="0" destOrd="0" presId="urn:microsoft.com/office/officeart/2005/8/layout/hList7"/>
    <dgm:cxn modelId="{067CD13D-0C46-47A3-A5F3-D476023161BB}" srcId="{C73DEC01-A8DA-43EC-B6A4-BE7EABA0E7D4}" destId="{89D3C79C-3475-4D26-A8F7-9FF0FD60A4BE}" srcOrd="3" destOrd="0" parTransId="{0B1C450F-C8E1-4215-A146-2998FF0CFAC9}" sibTransId="{760CCDF2-62FD-4A32-8D70-8B955645F5D0}"/>
    <dgm:cxn modelId="{4E88DB5C-355A-4AA9-A3C6-FFFE2F8694C1}" type="presOf" srcId="{F9B8D706-59EA-4BB9-9841-CA0FE16DC757}" destId="{1A38C30E-B15C-4D2D-9378-98BDB0E92173}" srcOrd="0" destOrd="0" presId="urn:microsoft.com/office/officeart/2005/8/layout/hList7"/>
    <dgm:cxn modelId="{5115C35E-B21C-4FF4-A5B9-44DBDDC187DD}" type="presOf" srcId="{FAC6F93D-86A2-4576-825F-1BEF9E52A8B3}" destId="{3859ED96-8272-4173-8191-B0348D2C93F7}" srcOrd="0" destOrd="0" presId="urn:microsoft.com/office/officeart/2005/8/layout/hList7"/>
    <dgm:cxn modelId="{F6F0B775-2F4D-45F3-B692-30B82D5F6EFB}" type="presOf" srcId="{4CA745E7-B31F-44F9-AD7F-3CFA0B14B71C}" destId="{CD7F3F9E-9A9B-4C79-A847-512EB754F2B5}" srcOrd="0" destOrd="0" presId="urn:microsoft.com/office/officeart/2005/8/layout/hList7"/>
    <dgm:cxn modelId="{11171078-B405-4D5B-9B76-EB277C3E0790}" type="presOf" srcId="{89D3C79C-3475-4D26-A8F7-9FF0FD60A4BE}" destId="{77292379-1F6B-44E1-81AA-F1B3732767C0}" srcOrd="1" destOrd="0" presId="urn:microsoft.com/office/officeart/2005/8/layout/hList7"/>
    <dgm:cxn modelId="{E986097C-CC73-4746-ADE1-054E2FB815B8}" type="presOf" srcId="{99F0C970-F0BD-4D53-AF97-3459219630FB}" destId="{4171E853-D720-455E-B78A-C007C1646659}" srcOrd="1" destOrd="0" presId="urn:microsoft.com/office/officeart/2005/8/layout/hList7"/>
    <dgm:cxn modelId="{C332827F-AA62-49F3-A69A-345E0507006E}" type="presOf" srcId="{C6DFA93C-6713-48AE-8EAF-B68174104D15}" destId="{4226A5E3-8E1E-498D-BEB9-9B18615C80CC}" srcOrd="0" destOrd="0" presId="urn:microsoft.com/office/officeart/2005/8/layout/hList7"/>
    <dgm:cxn modelId="{DF6F769B-612F-48AD-9BB7-9A19068D3621}" type="presOf" srcId="{89D3C79C-3475-4D26-A8F7-9FF0FD60A4BE}" destId="{02116A2E-617E-4F20-9BCA-E085D0D44B16}" srcOrd="0" destOrd="0" presId="urn:microsoft.com/office/officeart/2005/8/layout/hList7"/>
    <dgm:cxn modelId="{CD5BE5B6-1459-4447-A975-D24D65E52711}" srcId="{C73DEC01-A8DA-43EC-B6A4-BE7EABA0E7D4}" destId="{FAC6F93D-86A2-4576-825F-1BEF9E52A8B3}" srcOrd="4" destOrd="0" parTransId="{CC9BCDAF-59C6-4C8E-B78C-0C1E378D1967}" sibTransId="{F5DB2A09-C8CF-4E28-A6E4-A867F085636C}"/>
    <dgm:cxn modelId="{5F62F1C0-03DB-4D16-A47E-BADB9D497912}" type="presOf" srcId="{C73DEC01-A8DA-43EC-B6A4-BE7EABA0E7D4}" destId="{F482CBA6-80D3-42D7-8624-5CA4F9DE829B}" srcOrd="0" destOrd="0" presId="urn:microsoft.com/office/officeart/2005/8/layout/hList7"/>
    <dgm:cxn modelId="{3967EDDE-AE36-4FDF-9B60-6A92CBFD0479}" type="presOf" srcId="{760CCDF2-62FD-4A32-8D70-8B955645F5D0}" destId="{BFFDE335-254B-49CA-AC23-ED57B3C343AB}" srcOrd="0" destOrd="0" presId="urn:microsoft.com/office/officeart/2005/8/layout/hList7"/>
    <dgm:cxn modelId="{320F03C5-48B1-4DE2-9421-6FCB257097E6}" type="presParOf" srcId="{F482CBA6-80D3-42D7-8624-5CA4F9DE829B}" destId="{DFCD3BE5-0A7F-460A-98AD-92E9E17302DD}" srcOrd="0" destOrd="0" presId="urn:microsoft.com/office/officeart/2005/8/layout/hList7"/>
    <dgm:cxn modelId="{56BF6E15-B8F2-45E6-BC14-439F7B36A5C4}" type="presParOf" srcId="{F482CBA6-80D3-42D7-8624-5CA4F9DE829B}" destId="{A0B63954-C962-4A89-96E7-78C5FAF00EB7}" srcOrd="1" destOrd="0" presId="urn:microsoft.com/office/officeart/2005/8/layout/hList7"/>
    <dgm:cxn modelId="{50245044-BB18-4ED1-B25A-2FD727045208}" type="presParOf" srcId="{A0B63954-C962-4A89-96E7-78C5FAF00EB7}" destId="{133294F8-88B2-4CBE-B6DF-B00CCC8E911D}" srcOrd="0" destOrd="0" presId="urn:microsoft.com/office/officeart/2005/8/layout/hList7"/>
    <dgm:cxn modelId="{858941B6-10A3-472A-83FC-D9C704257442}" type="presParOf" srcId="{133294F8-88B2-4CBE-B6DF-B00CCC8E911D}" destId="{9D59123C-8C74-4C67-97B2-2B271D5AB450}" srcOrd="0" destOrd="0" presId="urn:microsoft.com/office/officeart/2005/8/layout/hList7"/>
    <dgm:cxn modelId="{22FC96A3-BD76-4890-8E32-5AB56C06B3F8}" type="presParOf" srcId="{133294F8-88B2-4CBE-B6DF-B00CCC8E911D}" destId="{5A30FF76-6342-4DC5-A926-87666A6BBFEC}" srcOrd="1" destOrd="0" presId="urn:microsoft.com/office/officeart/2005/8/layout/hList7"/>
    <dgm:cxn modelId="{E3BB763E-3240-4C90-AADE-446EA7198922}" type="presParOf" srcId="{133294F8-88B2-4CBE-B6DF-B00CCC8E911D}" destId="{7DC62111-9E87-4EF9-A219-5F5717B3B585}" srcOrd="2" destOrd="0" presId="urn:microsoft.com/office/officeart/2005/8/layout/hList7"/>
    <dgm:cxn modelId="{4A8F4494-4F6F-4808-82CB-D28BBAC8441E}" type="presParOf" srcId="{133294F8-88B2-4CBE-B6DF-B00CCC8E911D}" destId="{DF292A3A-D23C-4092-A013-E65819408B85}" srcOrd="3" destOrd="0" presId="urn:microsoft.com/office/officeart/2005/8/layout/hList7"/>
    <dgm:cxn modelId="{E9A7C435-E6A6-4DA3-89C4-9A8D3193D69D}" type="presParOf" srcId="{A0B63954-C962-4A89-96E7-78C5FAF00EB7}" destId="{1A38C30E-B15C-4D2D-9378-98BDB0E92173}" srcOrd="1" destOrd="0" presId="urn:microsoft.com/office/officeart/2005/8/layout/hList7"/>
    <dgm:cxn modelId="{7FF88F11-B0FF-4959-B276-6F15718FE043}" type="presParOf" srcId="{A0B63954-C962-4A89-96E7-78C5FAF00EB7}" destId="{F756D23A-A378-41C5-B4F7-A511BE98EAA0}" srcOrd="2" destOrd="0" presId="urn:microsoft.com/office/officeart/2005/8/layout/hList7"/>
    <dgm:cxn modelId="{5E96220B-E66C-4779-A997-00143000E611}" type="presParOf" srcId="{F756D23A-A378-41C5-B4F7-A511BE98EAA0}" destId="{EFADDBAA-0F78-4F9B-922D-2F1BF0524086}" srcOrd="0" destOrd="0" presId="urn:microsoft.com/office/officeart/2005/8/layout/hList7"/>
    <dgm:cxn modelId="{38B5EAF1-8DC3-47E6-BF6A-79EE6E197B39}" type="presParOf" srcId="{F756D23A-A378-41C5-B4F7-A511BE98EAA0}" destId="{4171E853-D720-455E-B78A-C007C1646659}" srcOrd="1" destOrd="0" presId="urn:microsoft.com/office/officeart/2005/8/layout/hList7"/>
    <dgm:cxn modelId="{B08845E5-33C9-48F6-8FF2-66001A0A3241}" type="presParOf" srcId="{F756D23A-A378-41C5-B4F7-A511BE98EAA0}" destId="{B7C7B042-61CE-433B-A27C-398ACC5BB53B}" srcOrd="2" destOrd="0" presId="urn:microsoft.com/office/officeart/2005/8/layout/hList7"/>
    <dgm:cxn modelId="{711E6629-03B6-4DD3-9EA7-059AE7729DE9}" type="presParOf" srcId="{F756D23A-A378-41C5-B4F7-A511BE98EAA0}" destId="{2B907CC2-7C95-4563-A80D-710756134346}" srcOrd="3" destOrd="0" presId="urn:microsoft.com/office/officeart/2005/8/layout/hList7"/>
    <dgm:cxn modelId="{24B3C6A5-A5F8-43E6-A8FE-1311A5C3772E}" type="presParOf" srcId="{A0B63954-C962-4A89-96E7-78C5FAF00EB7}" destId="{8A5475C7-53BE-4B3D-8B93-FC0435456B54}" srcOrd="3" destOrd="0" presId="urn:microsoft.com/office/officeart/2005/8/layout/hList7"/>
    <dgm:cxn modelId="{3B323050-FE28-4758-BD20-20460357F4D0}" type="presParOf" srcId="{A0B63954-C962-4A89-96E7-78C5FAF00EB7}" destId="{025FB67F-11F6-461D-9C13-11EA70AB98A4}" srcOrd="4" destOrd="0" presId="urn:microsoft.com/office/officeart/2005/8/layout/hList7"/>
    <dgm:cxn modelId="{FD81299C-3619-48A0-9161-20A7D0B6A3C9}" type="presParOf" srcId="{025FB67F-11F6-461D-9C13-11EA70AB98A4}" destId="{4226A5E3-8E1E-498D-BEB9-9B18615C80CC}" srcOrd="0" destOrd="0" presId="urn:microsoft.com/office/officeart/2005/8/layout/hList7"/>
    <dgm:cxn modelId="{7B4276D5-E9B1-49F7-B259-C56F5150C234}" type="presParOf" srcId="{025FB67F-11F6-461D-9C13-11EA70AB98A4}" destId="{4BE99673-94C8-4BF1-86F2-D322DCF4A9F4}" srcOrd="1" destOrd="0" presId="urn:microsoft.com/office/officeart/2005/8/layout/hList7"/>
    <dgm:cxn modelId="{D14D452B-A408-4E1B-AE8C-FAFC66ACD053}" type="presParOf" srcId="{025FB67F-11F6-461D-9C13-11EA70AB98A4}" destId="{0027CDD4-43F2-44BC-AF1B-495A219C25F8}" srcOrd="2" destOrd="0" presId="urn:microsoft.com/office/officeart/2005/8/layout/hList7"/>
    <dgm:cxn modelId="{69FEE125-B644-450E-A0D4-5471B2760D4D}" type="presParOf" srcId="{025FB67F-11F6-461D-9C13-11EA70AB98A4}" destId="{91F0B5C6-57DC-40F7-AACA-B5A1FE7813C3}" srcOrd="3" destOrd="0" presId="urn:microsoft.com/office/officeart/2005/8/layout/hList7"/>
    <dgm:cxn modelId="{C6FD9030-EAC6-4BD3-8675-B56A6E55EB62}" type="presParOf" srcId="{A0B63954-C962-4A89-96E7-78C5FAF00EB7}" destId="{CD7F3F9E-9A9B-4C79-A847-512EB754F2B5}" srcOrd="5" destOrd="0" presId="urn:microsoft.com/office/officeart/2005/8/layout/hList7"/>
    <dgm:cxn modelId="{DEFB5D5E-40BE-4952-B846-5CDA51152DBD}" type="presParOf" srcId="{A0B63954-C962-4A89-96E7-78C5FAF00EB7}" destId="{97D121B4-0226-4E83-B1F2-AD6ECB2BBC1E}" srcOrd="6" destOrd="0" presId="urn:microsoft.com/office/officeart/2005/8/layout/hList7"/>
    <dgm:cxn modelId="{EFB08659-6A37-4B19-B324-B82C5595253F}" type="presParOf" srcId="{97D121B4-0226-4E83-B1F2-AD6ECB2BBC1E}" destId="{02116A2E-617E-4F20-9BCA-E085D0D44B16}" srcOrd="0" destOrd="0" presId="urn:microsoft.com/office/officeart/2005/8/layout/hList7"/>
    <dgm:cxn modelId="{24A3FB64-231A-497C-BE2E-AFB9F179F5FF}" type="presParOf" srcId="{97D121B4-0226-4E83-B1F2-AD6ECB2BBC1E}" destId="{77292379-1F6B-44E1-81AA-F1B3732767C0}" srcOrd="1" destOrd="0" presId="urn:microsoft.com/office/officeart/2005/8/layout/hList7"/>
    <dgm:cxn modelId="{969BB567-6448-49E1-B5A4-FF9BAB45FB4D}" type="presParOf" srcId="{97D121B4-0226-4E83-B1F2-AD6ECB2BBC1E}" destId="{F031A65F-6897-4520-A5B9-9F179118294B}" srcOrd="2" destOrd="0" presId="urn:microsoft.com/office/officeart/2005/8/layout/hList7"/>
    <dgm:cxn modelId="{A808D928-B8B0-4E2F-B910-7F30A21898FB}" type="presParOf" srcId="{97D121B4-0226-4E83-B1F2-AD6ECB2BBC1E}" destId="{C3DE33F8-E45A-4D52-9118-58EA3FFE2D1B}" srcOrd="3" destOrd="0" presId="urn:microsoft.com/office/officeart/2005/8/layout/hList7"/>
    <dgm:cxn modelId="{5DE9A6F4-FF50-4AFD-BDA4-C7B862BF3F09}" type="presParOf" srcId="{A0B63954-C962-4A89-96E7-78C5FAF00EB7}" destId="{BFFDE335-254B-49CA-AC23-ED57B3C343AB}" srcOrd="7" destOrd="0" presId="urn:microsoft.com/office/officeart/2005/8/layout/hList7"/>
    <dgm:cxn modelId="{CB868663-FB13-4C09-820B-08F9BEB27402}" type="presParOf" srcId="{A0B63954-C962-4A89-96E7-78C5FAF00EB7}" destId="{DDF73711-EAAA-42FE-8C5A-C5F09BAB31AB}" srcOrd="8" destOrd="0" presId="urn:microsoft.com/office/officeart/2005/8/layout/hList7"/>
    <dgm:cxn modelId="{F24E2A41-9AD0-436A-A237-0A433772BFA2}" type="presParOf" srcId="{DDF73711-EAAA-42FE-8C5A-C5F09BAB31AB}" destId="{3859ED96-8272-4173-8191-B0348D2C93F7}" srcOrd="0" destOrd="0" presId="urn:microsoft.com/office/officeart/2005/8/layout/hList7"/>
    <dgm:cxn modelId="{FF0569F6-CEEA-4538-8292-9674014026BA}" type="presParOf" srcId="{DDF73711-EAAA-42FE-8C5A-C5F09BAB31AB}" destId="{FD3393E2-9CCA-4E6C-A80C-CF00519BAFBB}" srcOrd="1" destOrd="0" presId="urn:microsoft.com/office/officeart/2005/8/layout/hList7"/>
    <dgm:cxn modelId="{F21BBF73-EA1A-4826-A152-32A8FC9AE173}" type="presParOf" srcId="{DDF73711-EAAA-42FE-8C5A-C5F09BAB31AB}" destId="{5937DBBA-9D63-4442-90B4-2B40CF80896F}" srcOrd="2" destOrd="0" presId="urn:microsoft.com/office/officeart/2005/8/layout/hList7"/>
    <dgm:cxn modelId="{E51E34E3-ABD1-4D0A-B18A-45DEA80D633B}" type="presParOf" srcId="{DDF73711-EAAA-42FE-8C5A-C5F09BAB31AB}" destId="{66B64101-4E88-476F-B01C-7719B6432FC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D1EA8E-E755-4612-99F1-A989A2660A7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5D11F0C-6756-4504-A4BE-7F3F9B5C402E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sz="2800" dirty="0">
              <a:solidFill>
                <a:schemeClr val="bg1">
                  <a:lumMod val="95000"/>
                </a:schemeClr>
              </a:solidFill>
            </a:rPr>
            <a:t>Review 1</a:t>
          </a:r>
          <a:r>
            <a:rPr lang="en-IN" sz="2400" dirty="0">
              <a:solidFill>
                <a:schemeClr val="bg1">
                  <a:lumMod val="95000"/>
                </a:schemeClr>
              </a:solidFill>
            </a:rPr>
            <a:t>:  (Slides 3-22)</a:t>
          </a:r>
        </a:p>
        <a:p>
          <a:r>
            <a:rPr lang="en-IN" sz="1600" dirty="0"/>
            <a:t>Project  Initialization, Database Setup, User Management Templates and Validation.</a:t>
          </a:r>
        </a:p>
      </dgm:t>
    </dgm:pt>
    <dgm:pt modelId="{BEAD67F1-9FDD-4667-B9F3-1B342B6A06E1}" type="parTrans" cxnId="{48F751EE-C4EA-4DE3-9958-EBB6D37B9C6D}">
      <dgm:prSet/>
      <dgm:spPr/>
      <dgm:t>
        <a:bodyPr/>
        <a:lstStyle/>
        <a:p>
          <a:endParaRPr lang="en-IN"/>
        </a:p>
      </dgm:t>
    </dgm:pt>
    <dgm:pt modelId="{F5859687-084D-43E4-AD00-269E75F172A1}" type="sibTrans" cxnId="{48F751EE-C4EA-4DE3-9958-EBB6D37B9C6D}">
      <dgm:prSet/>
      <dgm:spPr/>
      <dgm:t>
        <a:bodyPr/>
        <a:lstStyle/>
        <a:p>
          <a:endParaRPr lang="en-IN"/>
        </a:p>
      </dgm:t>
    </dgm:pt>
    <dgm:pt modelId="{1925BB89-96EA-4756-96B2-575A0CDAC180}">
      <dgm:prSet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IN" sz="2800" dirty="0"/>
            <a:t>Review 2</a:t>
          </a:r>
          <a:r>
            <a:rPr lang="en-IN" sz="2400" dirty="0"/>
            <a:t>: (Slides 23-34)</a:t>
          </a:r>
        </a:p>
        <a:p>
          <a:r>
            <a:rPr lang="en-IN" sz="1600" dirty="0"/>
            <a:t> </a:t>
          </a:r>
          <a:r>
            <a:rPr lang="en-IN" sz="1600" dirty="0" err="1"/>
            <a:t>Implementataion</a:t>
          </a:r>
          <a:r>
            <a:rPr lang="en-IN" sz="1600" dirty="0"/>
            <a:t> of Core Features and Project Documentation</a:t>
          </a:r>
        </a:p>
      </dgm:t>
    </dgm:pt>
    <dgm:pt modelId="{7A797B42-636C-4872-8F2B-FC087B61280D}" type="parTrans" cxnId="{26AE25EE-89E6-4992-A77D-826BF2430098}">
      <dgm:prSet/>
      <dgm:spPr/>
      <dgm:t>
        <a:bodyPr/>
        <a:lstStyle/>
        <a:p>
          <a:endParaRPr lang="en-IN"/>
        </a:p>
      </dgm:t>
    </dgm:pt>
    <dgm:pt modelId="{5030DAAB-914B-4AB3-AE69-EB04245475E4}" type="sibTrans" cxnId="{26AE25EE-89E6-4992-A77D-826BF2430098}">
      <dgm:prSet/>
      <dgm:spPr/>
      <dgm:t>
        <a:bodyPr/>
        <a:lstStyle/>
        <a:p>
          <a:endParaRPr lang="en-IN"/>
        </a:p>
      </dgm:t>
    </dgm:pt>
    <dgm:pt modelId="{BFCDE30B-66DB-4520-A811-44CC4FFDE72F}" type="pres">
      <dgm:prSet presAssocID="{44D1EA8E-E755-4612-99F1-A989A2660A7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33BB69E-77C5-413C-8ABC-30C2A0F8A558}" type="pres">
      <dgm:prSet presAssocID="{05D11F0C-6756-4504-A4BE-7F3F9B5C402E}" presName="horFlow" presStyleCnt="0"/>
      <dgm:spPr/>
    </dgm:pt>
    <dgm:pt modelId="{4A00C8B2-BDC0-44D1-A2B0-0C88D3495FA9}" type="pres">
      <dgm:prSet presAssocID="{05D11F0C-6756-4504-A4BE-7F3F9B5C402E}" presName="bigChev" presStyleLbl="node1" presStyleIdx="0" presStyleCnt="2" custScaleX="369537" custScaleY="252438" custLinFactNeighborX="60084" custLinFactNeighborY="-256"/>
      <dgm:spPr/>
    </dgm:pt>
    <dgm:pt modelId="{BF125449-CF74-46E4-B911-B2CCC1611FFD}" type="pres">
      <dgm:prSet presAssocID="{05D11F0C-6756-4504-A4BE-7F3F9B5C402E}" presName="vSp" presStyleCnt="0"/>
      <dgm:spPr/>
    </dgm:pt>
    <dgm:pt modelId="{30E2CA60-60E7-4227-AE6A-051B06257264}" type="pres">
      <dgm:prSet presAssocID="{1925BB89-96EA-4756-96B2-575A0CDAC180}" presName="horFlow" presStyleCnt="0"/>
      <dgm:spPr/>
    </dgm:pt>
    <dgm:pt modelId="{A84598FC-0FED-4A92-A9BE-2048D2136B34}" type="pres">
      <dgm:prSet presAssocID="{1925BB89-96EA-4756-96B2-575A0CDAC180}" presName="bigChev" presStyleLbl="node1" presStyleIdx="1" presStyleCnt="2" custScaleX="382537" custScaleY="271490" custLinFactNeighborX="53660" custLinFactNeighborY="-9714"/>
      <dgm:spPr/>
    </dgm:pt>
  </dgm:ptLst>
  <dgm:cxnLst>
    <dgm:cxn modelId="{4FAEC629-F75C-44BE-BAF4-EA53DF710A68}" type="presOf" srcId="{05D11F0C-6756-4504-A4BE-7F3F9B5C402E}" destId="{4A00C8B2-BDC0-44D1-A2B0-0C88D3495FA9}" srcOrd="0" destOrd="0" presId="urn:microsoft.com/office/officeart/2005/8/layout/lProcess3"/>
    <dgm:cxn modelId="{02DD98B8-B544-4A30-9870-E3DD464E3186}" type="presOf" srcId="{1925BB89-96EA-4756-96B2-575A0CDAC180}" destId="{A84598FC-0FED-4A92-A9BE-2048D2136B34}" srcOrd="0" destOrd="0" presId="urn:microsoft.com/office/officeart/2005/8/layout/lProcess3"/>
    <dgm:cxn modelId="{8DCE58DC-D3E2-4051-A793-AC5071B85E72}" type="presOf" srcId="{44D1EA8E-E755-4612-99F1-A989A2660A70}" destId="{BFCDE30B-66DB-4520-A811-44CC4FFDE72F}" srcOrd="0" destOrd="0" presId="urn:microsoft.com/office/officeart/2005/8/layout/lProcess3"/>
    <dgm:cxn modelId="{26AE25EE-89E6-4992-A77D-826BF2430098}" srcId="{44D1EA8E-E755-4612-99F1-A989A2660A70}" destId="{1925BB89-96EA-4756-96B2-575A0CDAC180}" srcOrd="1" destOrd="0" parTransId="{7A797B42-636C-4872-8F2B-FC087B61280D}" sibTransId="{5030DAAB-914B-4AB3-AE69-EB04245475E4}"/>
    <dgm:cxn modelId="{48F751EE-C4EA-4DE3-9958-EBB6D37B9C6D}" srcId="{44D1EA8E-E755-4612-99F1-A989A2660A70}" destId="{05D11F0C-6756-4504-A4BE-7F3F9B5C402E}" srcOrd="0" destOrd="0" parTransId="{BEAD67F1-9FDD-4667-B9F3-1B342B6A06E1}" sibTransId="{F5859687-084D-43E4-AD00-269E75F172A1}"/>
    <dgm:cxn modelId="{43E0D450-0C30-4314-AC21-3B80E302B369}" type="presParOf" srcId="{BFCDE30B-66DB-4520-A811-44CC4FFDE72F}" destId="{633BB69E-77C5-413C-8ABC-30C2A0F8A558}" srcOrd="0" destOrd="0" presId="urn:microsoft.com/office/officeart/2005/8/layout/lProcess3"/>
    <dgm:cxn modelId="{C54E776B-C4CE-40F7-87FF-5F15E78A1A7B}" type="presParOf" srcId="{633BB69E-77C5-413C-8ABC-30C2A0F8A558}" destId="{4A00C8B2-BDC0-44D1-A2B0-0C88D3495FA9}" srcOrd="0" destOrd="0" presId="urn:microsoft.com/office/officeart/2005/8/layout/lProcess3"/>
    <dgm:cxn modelId="{603679F5-9D93-43AF-A693-2A39F485E5C5}" type="presParOf" srcId="{BFCDE30B-66DB-4520-A811-44CC4FFDE72F}" destId="{BF125449-CF74-46E4-B911-B2CCC1611FFD}" srcOrd="1" destOrd="0" presId="urn:microsoft.com/office/officeart/2005/8/layout/lProcess3"/>
    <dgm:cxn modelId="{5566BC82-4734-458F-8494-5ED0CAEB5A80}" type="presParOf" srcId="{BFCDE30B-66DB-4520-A811-44CC4FFDE72F}" destId="{30E2CA60-60E7-4227-AE6A-051B06257264}" srcOrd="2" destOrd="0" presId="urn:microsoft.com/office/officeart/2005/8/layout/lProcess3"/>
    <dgm:cxn modelId="{A6FDBF92-1A97-4B05-873A-2A4AF58C26F8}" type="presParOf" srcId="{30E2CA60-60E7-4227-AE6A-051B06257264}" destId="{A84598FC-0FED-4A92-A9BE-2048D2136B3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61E9C2-720E-4865-A04E-4635B3A5CB12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9D18E68-68F7-4E97-A184-DD8AAC047CBD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IN" dirty="0"/>
            <a:t>       CAB Management System: Project Review Index</a:t>
          </a:r>
        </a:p>
      </dgm:t>
    </dgm:pt>
    <dgm:pt modelId="{0475B0BD-B953-41A7-95D0-0B7094A6739A}" type="parTrans" cxnId="{E618BE31-819F-4FED-B6BE-9E82870EAEFD}">
      <dgm:prSet/>
      <dgm:spPr/>
      <dgm:t>
        <a:bodyPr/>
        <a:lstStyle/>
        <a:p>
          <a:endParaRPr lang="en-IN"/>
        </a:p>
      </dgm:t>
    </dgm:pt>
    <dgm:pt modelId="{2F73C860-5F82-48FD-97ED-D98360917810}" type="sibTrans" cxnId="{E618BE31-819F-4FED-B6BE-9E82870EAEFD}">
      <dgm:prSet/>
      <dgm:spPr/>
      <dgm:t>
        <a:bodyPr/>
        <a:lstStyle/>
        <a:p>
          <a:endParaRPr lang="en-IN"/>
        </a:p>
      </dgm:t>
    </dgm:pt>
    <dgm:pt modelId="{7CB32249-7B04-4951-A703-F7E8578EC4F9}" type="pres">
      <dgm:prSet presAssocID="{6461E9C2-720E-4865-A04E-4635B3A5CB12}" presName="linear" presStyleCnt="0">
        <dgm:presLayoutVars>
          <dgm:animLvl val="lvl"/>
          <dgm:resizeHandles val="exact"/>
        </dgm:presLayoutVars>
      </dgm:prSet>
      <dgm:spPr/>
    </dgm:pt>
    <dgm:pt modelId="{5EA62A95-2D34-4A29-A5EA-196EAC0476E1}" type="pres">
      <dgm:prSet presAssocID="{79D18E68-68F7-4E97-A184-DD8AAC047CB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618BE31-819F-4FED-B6BE-9E82870EAEFD}" srcId="{6461E9C2-720E-4865-A04E-4635B3A5CB12}" destId="{79D18E68-68F7-4E97-A184-DD8AAC047CBD}" srcOrd="0" destOrd="0" parTransId="{0475B0BD-B953-41A7-95D0-0B7094A6739A}" sibTransId="{2F73C860-5F82-48FD-97ED-D98360917810}"/>
    <dgm:cxn modelId="{49C6E65E-3468-4AE0-9C5C-4033A682F6BA}" type="presOf" srcId="{79D18E68-68F7-4E97-A184-DD8AAC047CBD}" destId="{5EA62A95-2D34-4A29-A5EA-196EAC0476E1}" srcOrd="0" destOrd="0" presId="urn:microsoft.com/office/officeart/2005/8/layout/vList2"/>
    <dgm:cxn modelId="{DBA34B98-78A9-40A8-BCD2-03823819F559}" type="presOf" srcId="{6461E9C2-720E-4865-A04E-4635B3A5CB12}" destId="{7CB32249-7B04-4951-A703-F7E8578EC4F9}" srcOrd="0" destOrd="0" presId="urn:microsoft.com/office/officeart/2005/8/layout/vList2"/>
    <dgm:cxn modelId="{B1EAF705-5053-4161-8A1A-D6FEA222EB81}" type="presParOf" srcId="{7CB32249-7B04-4951-A703-F7E8578EC4F9}" destId="{5EA62A95-2D34-4A29-A5EA-196EAC0476E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62BC3F-F86A-43A3-B914-FA7FBCE71E2C}" type="doc">
      <dgm:prSet loTypeId="urn:diagrams.loki3.com/VaryingWidth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D9D586-DD54-42D7-8C03-E03B555B189D}">
      <dgm:prSet/>
      <dgm:spPr/>
      <dgm:t>
        <a:bodyPr/>
        <a:lstStyle/>
        <a:p>
          <a:r>
            <a:rPr lang="en-IN" dirty="0"/>
            <a:t>CAB MANAGEMENT SYSTEM</a:t>
          </a:r>
        </a:p>
      </dgm:t>
    </dgm:pt>
    <dgm:pt modelId="{7CC07403-5FB2-4CB5-8A85-900769D28FD7}" type="parTrans" cxnId="{432BB10D-C4BA-4337-8364-06E5C4575DE5}">
      <dgm:prSet/>
      <dgm:spPr/>
      <dgm:t>
        <a:bodyPr/>
        <a:lstStyle/>
        <a:p>
          <a:endParaRPr lang="en-IN"/>
        </a:p>
      </dgm:t>
    </dgm:pt>
    <dgm:pt modelId="{B90D5317-ACF6-46C5-8095-A0D1569AEF82}" type="sibTrans" cxnId="{432BB10D-C4BA-4337-8364-06E5C4575DE5}">
      <dgm:prSet/>
      <dgm:spPr/>
      <dgm:t>
        <a:bodyPr/>
        <a:lstStyle/>
        <a:p>
          <a:endParaRPr lang="en-IN"/>
        </a:p>
      </dgm:t>
    </dgm:pt>
    <dgm:pt modelId="{C740AF76-4036-4166-92D8-53D139395421}" type="pres">
      <dgm:prSet presAssocID="{BF62BC3F-F86A-43A3-B914-FA7FBCE71E2C}" presName="Name0" presStyleCnt="0">
        <dgm:presLayoutVars>
          <dgm:resizeHandles/>
        </dgm:presLayoutVars>
      </dgm:prSet>
      <dgm:spPr/>
    </dgm:pt>
    <dgm:pt modelId="{DEE9FBC4-8295-498F-BEC2-CA5F2EA40CFE}" type="pres">
      <dgm:prSet presAssocID="{8FD9D586-DD54-42D7-8C03-E03B555B189D}" presName="text" presStyleLbl="node1" presStyleIdx="0" presStyleCnt="1">
        <dgm:presLayoutVars>
          <dgm:bulletEnabled val="1"/>
        </dgm:presLayoutVars>
      </dgm:prSet>
      <dgm:spPr/>
    </dgm:pt>
  </dgm:ptLst>
  <dgm:cxnLst>
    <dgm:cxn modelId="{432BB10D-C4BA-4337-8364-06E5C4575DE5}" srcId="{BF62BC3F-F86A-43A3-B914-FA7FBCE71E2C}" destId="{8FD9D586-DD54-42D7-8C03-E03B555B189D}" srcOrd="0" destOrd="0" parTransId="{7CC07403-5FB2-4CB5-8A85-900769D28FD7}" sibTransId="{B90D5317-ACF6-46C5-8095-A0D1569AEF82}"/>
    <dgm:cxn modelId="{0204F47B-4060-4CEF-B719-6343600D1214}" type="presOf" srcId="{8FD9D586-DD54-42D7-8C03-E03B555B189D}" destId="{DEE9FBC4-8295-498F-BEC2-CA5F2EA40CFE}" srcOrd="0" destOrd="0" presId="urn:diagrams.loki3.com/VaryingWidthList"/>
    <dgm:cxn modelId="{F77076E0-BE38-4DAE-B840-64EA8308964B}" type="presOf" srcId="{BF62BC3F-F86A-43A3-B914-FA7FBCE71E2C}" destId="{C740AF76-4036-4166-92D8-53D139395421}" srcOrd="0" destOrd="0" presId="urn:diagrams.loki3.com/VaryingWidthList"/>
    <dgm:cxn modelId="{2E138D9F-738F-4F4B-B237-1A4EB17DCCD8}" type="presParOf" srcId="{C740AF76-4036-4166-92D8-53D139395421}" destId="{DEE9FBC4-8295-498F-BEC2-CA5F2EA40CFE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B9B888-A729-4610-8D2A-91A1F4243706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BF50F04-68B7-44E0-9A42-5FA39EC16AD2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IN" dirty="0"/>
            <a:t>REVIEW-2</a:t>
          </a:r>
        </a:p>
      </dgm:t>
    </dgm:pt>
    <dgm:pt modelId="{F2CAAE30-5851-4609-8E38-68EA5992501B}" type="parTrans" cxnId="{5031D77D-F208-4C9E-ACA0-39C0EA74F6BA}">
      <dgm:prSet/>
      <dgm:spPr/>
      <dgm:t>
        <a:bodyPr/>
        <a:lstStyle/>
        <a:p>
          <a:endParaRPr lang="en-IN"/>
        </a:p>
      </dgm:t>
    </dgm:pt>
    <dgm:pt modelId="{095AFE9A-98D7-44C0-A2D8-8558065CF380}" type="sibTrans" cxnId="{5031D77D-F208-4C9E-ACA0-39C0EA74F6BA}">
      <dgm:prSet/>
      <dgm:spPr/>
      <dgm:t>
        <a:bodyPr/>
        <a:lstStyle/>
        <a:p>
          <a:endParaRPr lang="en-IN"/>
        </a:p>
      </dgm:t>
    </dgm:pt>
    <dgm:pt modelId="{80700974-0D4C-48A2-A873-7110B742C2C8}" type="pres">
      <dgm:prSet presAssocID="{57B9B888-A729-4610-8D2A-91A1F4243706}" presName="linear" presStyleCnt="0">
        <dgm:presLayoutVars>
          <dgm:dir/>
          <dgm:resizeHandles val="exact"/>
        </dgm:presLayoutVars>
      </dgm:prSet>
      <dgm:spPr/>
    </dgm:pt>
    <dgm:pt modelId="{1F252E24-78DF-4C8C-BFF3-A45BD92A2270}" type="pres">
      <dgm:prSet presAssocID="{DBF50F04-68B7-44E0-9A42-5FA39EC16AD2}" presName="comp" presStyleCnt="0"/>
      <dgm:spPr/>
    </dgm:pt>
    <dgm:pt modelId="{2FE3F414-78BA-4921-AC07-57241923B482}" type="pres">
      <dgm:prSet presAssocID="{DBF50F04-68B7-44E0-9A42-5FA39EC16AD2}" presName="box" presStyleLbl="node1" presStyleIdx="0" presStyleCnt="1" custLinFactNeighborX="12737" custLinFactNeighborY="-11765"/>
      <dgm:spPr/>
    </dgm:pt>
    <dgm:pt modelId="{C724C066-CB90-43B4-8D80-DF7824F77FED}" type="pres">
      <dgm:prSet presAssocID="{DBF50F04-68B7-44E0-9A42-5FA39EC16AD2}" presName="img" presStyleLbl="fgImgPlace1" presStyleIdx="0" presStyleCnt="1" custLinFactNeighborX="-131" custLinFactNeighborY="2206"/>
      <dgm:spPr>
        <a:blipFill>
          <a:blip xmlns:r="http://schemas.openxmlformats.org/officeDocument/2006/relationships" r:embed="rId1"/>
          <a:srcRect/>
          <a:stretch>
            <a:fillRect l="-28000" r="-28000"/>
          </a:stretch>
        </a:blipFill>
      </dgm:spPr>
    </dgm:pt>
    <dgm:pt modelId="{001F54AC-D6FF-4D68-9ABD-CF3EE448A62C}" type="pres">
      <dgm:prSet presAssocID="{DBF50F04-68B7-44E0-9A42-5FA39EC16AD2}" presName="text" presStyleLbl="node1" presStyleIdx="0" presStyleCnt="1">
        <dgm:presLayoutVars>
          <dgm:bulletEnabled val="1"/>
        </dgm:presLayoutVars>
      </dgm:prSet>
      <dgm:spPr/>
    </dgm:pt>
  </dgm:ptLst>
  <dgm:cxnLst>
    <dgm:cxn modelId="{6AFF0D62-D4C3-4D5B-BFD2-88EAE5D93B44}" type="presOf" srcId="{DBF50F04-68B7-44E0-9A42-5FA39EC16AD2}" destId="{001F54AC-D6FF-4D68-9ABD-CF3EE448A62C}" srcOrd="1" destOrd="0" presId="urn:microsoft.com/office/officeart/2005/8/layout/vList4"/>
    <dgm:cxn modelId="{C2BC277B-AE34-4475-8CAC-59459D190912}" type="presOf" srcId="{DBF50F04-68B7-44E0-9A42-5FA39EC16AD2}" destId="{2FE3F414-78BA-4921-AC07-57241923B482}" srcOrd="0" destOrd="0" presId="urn:microsoft.com/office/officeart/2005/8/layout/vList4"/>
    <dgm:cxn modelId="{5031D77D-F208-4C9E-ACA0-39C0EA74F6BA}" srcId="{57B9B888-A729-4610-8D2A-91A1F4243706}" destId="{DBF50F04-68B7-44E0-9A42-5FA39EC16AD2}" srcOrd="0" destOrd="0" parTransId="{F2CAAE30-5851-4609-8E38-68EA5992501B}" sibTransId="{095AFE9A-98D7-44C0-A2D8-8558065CF380}"/>
    <dgm:cxn modelId="{4B55C1B9-5755-4BF9-9FD7-B944D505B360}" type="presOf" srcId="{57B9B888-A729-4610-8D2A-91A1F4243706}" destId="{80700974-0D4C-48A2-A873-7110B742C2C8}" srcOrd="0" destOrd="0" presId="urn:microsoft.com/office/officeart/2005/8/layout/vList4"/>
    <dgm:cxn modelId="{4B1CB9CF-9266-486E-9568-08FB0240D9A7}" type="presParOf" srcId="{80700974-0D4C-48A2-A873-7110B742C2C8}" destId="{1F252E24-78DF-4C8C-BFF3-A45BD92A2270}" srcOrd="0" destOrd="0" presId="urn:microsoft.com/office/officeart/2005/8/layout/vList4"/>
    <dgm:cxn modelId="{F5C7B220-706E-4232-8139-6501FF182E58}" type="presParOf" srcId="{1F252E24-78DF-4C8C-BFF3-A45BD92A2270}" destId="{2FE3F414-78BA-4921-AC07-57241923B482}" srcOrd="0" destOrd="0" presId="urn:microsoft.com/office/officeart/2005/8/layout/vList4"/>
    <dgm:cxn modelId="{F5DD2714-D0C2-47BA-A6B0-DFCC72CD1C77}" type="presParOf" srcId="{1F252E24-78DF-4C8C-BFF3-A45BD92A2270}" destId="{C724C066-CB90-43B4-8D80-DF7824F77FED}" srcOrd="1" destOrd="0" presId="urn:microsoft.com/office/officeart/2005/8/layout/vList4"/>
    <dgm:cxn modelId="{E1C0CD30-1EF5-42E9-8DB1-685F440F2FE2}" type="presParOf" srcId="{1F252E24-78DF-4C8C-BFF3-A45BD92A2270}" destId="{001F54AC-D6FF-4D68-9ABD-CF3EE448A62C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964268-CD31-4280-86C3-77C3396BB38E}" type="doc">
      <dgm:prSet loTypeId="urn:microsoft.com/office/officeart/2005/8/layout/vList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C2B5FA-F6E1-4D08-B57B-EB061BC6DDAC}">
      <dgm:prSet/>
      <dgm:spPr>
        <a:solidFill>
          <a:schemeClr val="tx1">
            <a:lumMod val="75000"/>
            <a:lumOff val="25000"/>
          </a:schemeClr>
        </a:solidFill>
      </dgm:spPr>
      <dgm:t>
        <a:bodyPr/>
        <a:lstStyle/>
        <a:p>
          <a:r>
            <a:rPr lang="en-US" b="1" i="0" dirty="0"/>
            <a:t>     Rubric Points</a:t>
          </a:r>
          <a:endParaRPr lang="en-IN" dirty="0"/>
        </a:p>
      </dgm:t>
    </dgm:pt>
    <dgm:pt modelId="{A3A16AAA-02DB-438B-99EF-D3F00AB8AA6B}" type="parTrans" cxnId="{81070B51-5221-4DC5-9FD0-BA09EE8B994E}">
      <dgm:prSet/>
      <dgm:spPr/>
      <dgm:t>
        <a:bodyPr/>
        <a:lstStyle/>
        <a:p>
          <a:endParaRPr lang="en-IN"/>
        </a:p>
      </dgm:t>
    </dgm:pt>
    <dgm:pt modelId="{CACE07F5-7F21-4B90-8B0B-0A0F0B623D6B}" type="sibTrans" cxnId="{81070B51-5221-4DC5-9FD0-BA09EE8B994E}">
      <dgm:prSet/>
      <dgm:spPr/>
      <dgm:t>
        <a:bodyPr/>
        <a:lstStyle/>
        <a:p>
          <a:endParaRPr lang="en-IN"/>
        </a:p>
      </dgm:t>
    </dgm:pt>
    <dgm:pt modelId="{B0BB9B67-1DB5-44C0-9127-DB9D0438C4C9}" type="pres">
      <dgm:prSet presAssocID="{A1964268-CD31-4280-86C3-77C3396BB38E}" presName="linear" presStyleCnt="0">
        <dgm:presLayoutVars>
          <dgm:animLvl val="lvl"/>
          <dgm:resizeHandles val="exact"/>
        </dgm:presLayoutVars>
      </dgm:prSet>
      <dgm:spPr/>
    </dgm:pt>
    <dgm:pt modelId="{E3908152-74F7-4712-8362-FA557CC4964F}" type="pres">
      <dgm:prSet presAssocID="{2BC2B5FA-F6E1-4D08-B57B-EB061BC6DDA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1070B51-5221-4DC5-9FD0-BA09EE8B994E}" srcId="{A1964268-CD31-4280-86C3-77C3396BB38E}" destId="{2BC2B5FA-F6E1-4D08-B57B-EB061BC6DDAC}" srcOrd="0" destOrd="0" parTransId="{A3A16AAA-02DB-438B-99EF-D3F00AB8AA6B}" sibTransId="{CACE07F5-7F21-4B90-8B0B-0A0F0B623D6B}"/>
    <dgm:cxn modelId="{E2F9B4CB-33EA-4DF6-8583-69657EF4FD3B}" type="presOf" srcId="{2BC2B5FA-F6E1-4D08-B57B-EB061BC6DDAC}" destId="{E3908152-74F7-4712-8362-FA557CC4964F}" srcOrd="0" destOrd="0" presId="urn:microsoft.com/office/officeart/2005/8/layout/vList2"/>
    <dgm:cxn modelId="{3D7D56CE-BF12-4889-AB34-04FD7F684221}" type="presOf" srcId="{A1964268-CD31-4280-86C3-77C3396BB38E}" destId="{B0BB9B67-1DB5-44C0-9127-DB9D0438C4C9}" srcOrd="0" destOrd="0" presId="urn:microsoft.com/office/officeart/2005/8/layout/vList2"/>
    <dgm:cxn modelId="{975957AD-E043-4142-A2A3-823EA69637F1}" type="presParOf" srcId="{B0BB9B67-1DB5-44C0-9127-DB9D0438C4C9}" destId="{E3908152-74F7-4712-8362-FA557CC4964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0738B5-51F6-4DE5-81F6-51BA10758529}" type="doc">
      <dgm:prSet loTypeId="urn:microsoft.com/office/officeart/2005/8/layout/hChevron3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9DE8358-F58A-44EF-8443-2AD70CDD66F9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b="1" i="0" dirty="0"/>
            <a:t>Core Feature Implementation </a:t>
          </a:r>
          <a:endParaRPr lang="en-IN" dirty="0"/>
        </a:p>
      </dgm:t>
    </dgm:pt>
    <dgm:pt modelId="{32B7C977-FA7B-46E8-9D93-9C5397C59027}" type="parTrans" cxnId="{71FD7EF3-ADF2-4C99-B60C-CEF0D9A31ED3}">
      <dgm:prSet/>
      <dgm:spPr/>
      <dgm:t>
        <a:bodyPr/>
        <a:lstStyle/>
        <a:p>
          <a:endParaRPr lang="en-IN"/>
        </a:p>
      </dgm:t>
    </dgm:pt>
    <dgm:pt modelId="{3FED233B-714D-440E-931E-1F743A9BBABA}" type="sibTrans" cxnId="{71FD7EF3-ADF2-4C99-B60C-CEF0D9A31ED3}">
      <dgm:prSet/>
      <dgm:spPr/>
      <dgm:t>
        <a:bodyPr/>
        <a:lstStyle/>
        <a:p>
          <a:endParaRPr lang="en-IN"/>
        </a:p>
      </dgm:t>
    </dgm:pt>
    <dgm:pt modelId="{F5BEB124-FD10-4607-B3E7-B03E007CE060}" type="pres">
      <dgm:prSet presAssocID="{990738B5-51F6-4DE5-81F6-51BA10758529}" presName="Name0" presStyleCnt="0">
        <dgm:presLayoutVars>
          <dgm:dir/>
          <dgm:resizeHandles val="exact"/>
        </dgm:presLayoutVars>
      </dgm:prSet>
      <dgm:spPr/>
    </dgm:pt>
    <dgm:pt modelId="{345AD496-75EF-40BE-A0F6-8CEFC8EF7B54}" type="pres">
      <dgm:prSet presAssocID="{E9DE8358-F58A-44EF-8443-2AD70CDD66F9}" presName="parTxOnly" presStyleLbl="node1" presStyleIdx="0" presStyleCnt="1" custLinFactNeighborX="-1300">
        <dgm:presLayoutVars>
          <dgm:bulletEnabled val="1"/>
        </dgm:presLayoutVars>
      </dgm:prSet>
      <dgm:spPr/>
    </dgm:pt>
  </dgm:ptLst>
  <dgm:cxnLst>
    <dgm:cxn modelId="{762A3141-E533-48DD-8206-345CC60BDBF6}" type="presOf" srcId="{E9DE8358-F58A-44EF-8443-2AD70CDD66F9}" destId="{345AD496-75EF-40BE-A0F6-8CEFC8EF7B54}" srcOrd="0" destOrd="0" presId="urn:microsoft.com/office/officeart/2005/8/layout/hChevron3"/>
    <dgm:cxn modelId="{D1EB654D-CA0B-49DF-88CD-65F5DC2C1DB7}" type="presOf" srcId="{990738B5-51F6-4DE5-81F6-51BA10758529}" destId="{F5BEB124-FD10-4607-B3E7-B03E007CE060}" srcOrd="0" destOrd="0" presId="urn:microsoft.com/office/officeart/2005/8/layout/hChevron3"/>
    <dgm:cxn modelId="{71FD7EF3-ADF2-4C99-B60C-CEF0D9A31ED3}" srcId="{990738B5-51F6-4DE5-81F6-51BA10758529}" destId="{E9DE8358-F58A-44EF-8443-2AD70CDD66F9}" srcOrd="0" destOrd="0" parTransId="{32B7C977-FA7B-46E8-9D93-9C5397C59027}" sibTransId="{3FED233B-714D-440E-931E-1F743A9BBABA}"/>
    <dgm:cxn modelId="{391B2C7C-7849-4791-BE39-D7B9705D52B6}" type="presParOf" srcId="{F5BEB124-FD10-4607-B3E7-B03E007CE060}" destId="{345AD496-75EF-40BE-A0F6-8CEFC8EF7B54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68DF94-70AE-46F9-9528-39631D97EECA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B83B925-6958-4856-871E-0A866C346CAC}" type="pres">
      <dgm:prSet presAssocID="{A168DF94-70AE-46F9-9528-39631D97EECA}" presName="Name0" presStyleCnt="0">
        <dgm:presLayoutVars>
          <dgm:chPref val="3"/>
          <dgm:dir/>
          <dgm:animLvl val="lvl"/>
          <dgm:resizeHandles/>
        </dgm:presLayoutVars>
      </dgm:prSet>
      <dgm:spPr/>
    </dgm:pt>
  </dgm:ptLst>
  <dgm:cxnLst>
    <dgm:cxn modelId="{17546070-827D-466D-9439-FC8EF6D334B5}" type="presOf" srcId="{A168DF94-70AE-46F9-9528-39631D97EECA}" destId="{0B83B925-6958-4856-871E-0A866C346CA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AF079E-95F5-420D-A385-F7B6C27CB0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A5F2F3-DB66-41B7-A670-CA4237885377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b="1" i="0" dirty="0"/>
            <a:t>   Error Handling &amp; Robustness </a:t>
          </a:r>
          <a:endParaRPr lang="en-IN" dirty="0"/>
        </a:p>
      </dgm:t>
    </dgm:pt>
    <dgm:pt modelId="{3B3C5697-67EF-4585-AD69-691D7FBA9BE9}" type="parTrans" cxnId="{64588D6F-D73E-4589-9091-51CBD7A4C95E}">
      <dgm:prSet/>
      <dgm:spPr/>
      <dgm:t>
        <a:bodyPr/>
        <a:lstStyle/>
        <a:p>
          <a:endParaRPr lang="en-IN"/>
        </a:p>
      </dgm:t>
    </dgm:pt>
    <dgm:pt modelId="{0FA8B574-E1FA-4036-B4BA-2B9624890B75}" type="sibTrans" cxnId="{64588D6F-D73E-4589-9091-51CBD7A4C95E}">
      <dgm:prSet/>
      <dgm:spPr/>
      <dgm:t>
        <a:bodyPr/>
        <a:lstStyle/>
        <a:p>
          <a:endParaRPr lang="en-IN"/>
        </a:p>
      </dgm:t>
    </dgm:pt>
    <dgm:pt modelId="{B9F50627-E055-4BD4-8634-4E663F6C87FE}" type="pres">
      <dgm:prSet presAssocID="{CFAF079E-95F5-420D-A385-F7B6C27CB022}" presName="linear" presStyleCnt="0">
        <dgm:presLayoutVars>
          <dgm:animLvl val="lvl"/>
          <dgm:resizeHandles val="exact"/>
        </dgm:presLayoutVars>
      </dgm:prSet>
      <dgm:spPr/>
    </dgm:pt>
    <dgm:pt modelId="{604D6FCD-7D61-4E3A-A485-3A881224C528}" type="pres">
      <dgm:prSet presAssocID="{89A5F2F3-DB66-41B7-A670-CA4237885377}" presName="parentText" presStyleLbl="node1" presStyleIdx="0" presStyleCnt="1" custLinFactNeighborX="-1667" custLinFactNeighborY="-29424">
        <dgm:presLayoutVars>
          <dgm:chMax val="0"/>
          <dgm:bulletEnabled val="1"/>
        </dgm:presLayoutVars>
      </dgm:prSet>
      <dgm:spPr/>
    </dgm:pt>
  </dgm:ptLst>
  <dgm:cxnLst>
    <dgm:cxn modelId="{945F5E14-1C54-44E5-9FEF-80091F0F7795}" type="presOf" srcId="{CFAF079E-95F5-420D-A385-F7B6C27CB022}" destId="{B9F50627-E055-4BD4-8634-4E663F6C87FE}" srcOrd="0" destOrd="0" presId="urn:microsoft.com/office/officeart/2005/8/layout/vList2"/>
    <dgm:cxn modelId="{64588D6F-D73E-4589-9091-51CBD7A4C95E}" srcId="{CFAF079E-95F5-420D-A385-F7B6C27CB022}" destId="{89A5F2F3-DB66-41B7-A670-CA4237885377}" srcOrd="0" destOrd="0" parTransId="{3B3C5697-67EF-4585-AD69-691D7FBA9BE9}" sibTransId="{0FA8B574-E1FA-4036-B4BA-2B9624890B75}"/>
    <dgm:cxn modelId="{629143A6-2231-4FFA-8269-355F2EAA2C00}" type="presOf" srcId="{89A5F2F3-DB66-41B7-A670-CA4237885377}" destId="{604D6FCD-7D61-4E3A-A485-3A881224C528}" srcOrd="0" destOrd="0" presId="urn:microsoft.com/office/officeart/2005/8/layout/vList2"/>
    <dgm:cxn modelId="{8C213EFE-2F1C-4DD2-8374-D9C7A3D0BB3C}" type="presParOf" srcId="{B9F50627-E055-4BD4-8634-4E663F6C87FE}" destId="{604D6FCD-7D61-4E3A-A485-3A881224C52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441D79A-F08C-44AC-807F-D841045FD367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72DE967-5560-4B4E-8A9D-7136B185AB21}" type="pres">
      <dgm:prSet presAssocID="{9441D79A-F08C-44AC-807F-D841045FD367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AB04E152-264A-4266-8B2B-3587CC2CFB79}" type="presOf" srcId="{9441D79A-F08C-44AC-807F-D841045FD367}" destId="{F72DE967-5560-4B4E-8A9D-7136B185AB2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3462D1F-F615-416C-9F99-DE9E2A20F691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5612F47-D0A6-46F7-816F-9ABF07B093FD}">
      <dgm:prSet/>
      <dgm:spPr>
        <a:solidFill>
          <a:schemeClr val="accent6">
            <a:lumMod val="50000"/>
          </a:schemeClr>
        </a:solidFill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en-US" b="1" i="0" dirty="0"/>
            <a:t>         Integration of Components </a:t>
          </a:r>
          <a:endParaRPr lang="en-IN" dirty="0"/>
        </a:p>
      </dgm:t>
    </dgm:pt>
    <dgm:pt modelId="{ED634A29-3DDE-4A43-A24B-18900B3C14AF}" type="parTrans" cxnId="{DA884A15-5BD6-4155-A2D9-9B9320AF278D}">
      <dgm:prSet/>
      <dgm:spPr/>
      <dgm:t>
        <a:bodyPr/>
        <a:lstStyle/>
        <a:p>
          <a:endParaRPr lang="en-IN"/>
        </a:p>
      </dgm:t>
    </dgm:pt>
    <dgm:pt modelId="{15F86827-5309-4E33-9FDB-EA6AFD2117B9}" type="sibTrans" cxnId="{DA884A15-5BD6-4155-A2D9-9B9320AF278D}">
      <dgm:prSet/>
      <dgm:spPr/>
      <dgm:t>
        <a:bodyPr/>
        <a:lstStyle/>
        <a:p>
          <a:endParaRPr lang="en-IN"/>
        </a:p>
      </dgm:t>
    </dgm:pt>
    <dgm:pt modelId="{534775D0-D676-436F-B738-08CF94044F89}" type="pres">
      <dgm:prSet presAssocID="{03462D1F-F615-416C-9F99-DE9E2A20F691}" presName="linear" presStyleCnt="0">
        <dgm:presLayoutVars>
          <dgm:animLvl val="lvl"/>
          <dgm:resizeHandles val="exact"/>
        </dgm:presLayoutVars>
      </dgm:prSet>
      <dgm:spPr/>
    </dgm:pt>
    <dgm:pt modelId="{CAC14A35-DF32-4251-80D9-FC447A7897CF}" type="pres">
      <dgm:prSet presAssocID="{75612F47-D0A6-46F7-816F-9ABF07B093FD}" presName="parentText" presStyleLbl="node1" presStyleIdx="0" presStyleCnt="1" custLinFactNeighborX="-1493" custLinFactNeighborY="-21374">
        <dgm:presLayoutVars>
          <dgm:chMax val="0"/>
          <dgm:bulletEnabled val="1"/>
        </dgm:presLayoutVars>
      </dgm:prSet>
      <dgm:spPr/>
    </dgm:pt>
  </dgm:ptLst>
  <dgm:cxnLst>
    <dgm:cxn modelId="{DA884A15-5BD6-4155-A2D9-9B9320AF278D}" srcId="{03462D1F-F615-416C-9F99-DE9E2A20F691}" destId="{75612F47-D0A6-46F7-816F-9ABF07B093FD}" srcOrd="0" destOrd="0" parTransId="{ED634A29-3DDE-4A43-A24B-18900B3C14AF}" sibTransId="{15F86827-5309-4E33-9FDB-EA6AFD2117B9}"/>
    <dgm:cxn modelId="{7F5B4238-E975-46EF-A4E3-FFB69C3B7CE8}" type="presOf" srcId="{75612F47-D0A6-46F7-816F-9ABF07B093FD}" destId="{CAC14A35-DF32-4251-80D9-FC447A7897CF}" srcOrd="0" destOrd="0" presId="urn:microsoft.com/office/officeart/2005/8/layout/vList2"/>
    <dgm:cxn modelId="{6982C3F9-1327-4E31-BEA6-29A9C88DCA9C}" type="presOf" srcId="{03462D1F-F615-416C-9F99-DE9E2A20F691}" destId="{534775D0-D676-436F-B738-08CF94044F89}" srcOrd="0" destOrd="0" presId="urn:microsoft.com/office/officeart/2005/8/layout/vList2"/>
    <dgm:cxn modelId="{61BB5449-E151-4732-ADED-DF3848884EBA}" type="presParOf" srcId="{534775D0-D676-436F-B738-08CF94044F89}" destId="{CAC14A35-DF32-4251-80D9-FC447A7897C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2DAAC78-E5AA-4C38-95EE-CE92CF705DFA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2EAC54D-0687-4DCF-AA99-285C56C8FCC7}" type="pres">
      <dgm:prSet presAssocID="{F2DAAC78-E5AA-4C38-95EE-CE92CF705DFA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3E276BF5-FF4F-463B-BCA3-30441A93EB78}" type="presOf" srcId="{F2DAAC78-E5AA-4C38-95EE-CE92CF705DFA}" destId="{D2EAC54D-0687-4DCF-AA99-285C56C8FCC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DB62EB5-1F34-4066-B3B5-FA383FC223D1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727CE19-B7AC-4DC0-AE27-DC7A6E9B9B68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b="1" i="0" dirty="0"/>
            <a:t>        Event Handling &amp; Processing </a:t>
          </a:r>
          <a:endParaRPr lang="en-IN" dirty="0"/>
        </a:p>
      </dgm:t>
    </dgm:pt>
    <dgm:pt modelId="{6B1E0D84-6E37-42F7-B214-B1232D683211}" type="parTrans" cxnId="{3046DC94-5F7E-4AA1-957F-786D05D2B1BD}">
      <dgm:prSet/>
      <dgm:spPr/>
      <dgm:t>
        <a:bodyPr/>
        <a:lstStyle/>
        <a:p>
          <a:endParaRPr lang="en-IN"/>
        </a:p>
      </dgm:t>
    </dgm:pt>
    <dgm:pt modelId="{BB12B212-38F1-4020-8EC4-CC41E0373ED5}" type="sibTrans" cxnId="{3046DC94-5F7E-4AA1-957F-786D05D2B1BD}">
      <dgm:prSet/>
      <dgm:spPr/>
      <dgm:t>
        <a:bodyPr/>
        <a:lstStyle/>
        <a:p>
          <a:endParaRPr lang="en-IN"/>
        </a:p>
      </dgm:t>
    </dgm:pt>
    <dgm:pt modelId="{96110AEC-1EE6-4185-A0BD-6D2E6A2C6777}" type="pres">
      <dgm:prSet presAssocID="{5DB62EB5-1F34-4066-B3B5-FA383FC223D1}" presName="linear" presStyleCnt="0">
        <dgm:presLayoutVars>
          <dgm:animLvl val="lvl"/>
          <dgm:resizeHandles val="exact"/>
        </dgm:presLayoutVars>
      </dgm:prSet>
      <dgm:spPr/>
    </dgm:pt>
    <dgm:pt modelId="{9F4CE483-E790-4EF0-A912-9E1413786A5E}" type="pres">
      <dgm:prSet presAssocID="{9727CE19-B7AC-4DC0-AE27-DC7A6E9B9B68}" presName="parentText" presStyleLbl="node1" presStyleIdx="0" presStyleCnt="1" custLinFactNeighborX="691" custLinFactNeighborY="-38803">
        <dgm:presLayoutVars>
          <dgm:chMax val="0"/>
          <dgm:bulletEnabled val="1"/>
        </dgm:presLayoutVars>
      </dgm:prSet>
      <dgm:spPr/>
    </dgm:pt>
  </dgm:ptLst>
  <dgm:cxnLst>
    <dgm:cxn modelId="{8EF3D420-302D-405F-9ED7-8D17B0446995}" type="presOf" srcId="{9727CE19-B7AC-4DC0-AE27-DC7A6E9B9B68}" destId="{9F4CE483-E790-4EF0-A912-9E1413786A5E}" srcOrd="0" destOrd="0" presId="urn:microsoft.com/office/officeart/2005/8/layout/vList2"/>
    <dgm:cxn modelId="{3046DC94-5F7E-4AA1-957F-786D05D2B1BD}" srcId="{5DB62EB5-1F34-4066-B3B5-FA383FC223D1}" destId="{9727CE19-B7AC-4DC0-AE27-DC7A6E9B9B68}" srcOrd="0" destOrd="0" parTransId="{6B1E0D84-6E37-42F7-B214-B1232D683211}" sibTransId="{BB12B212-38F1-4020-8EC4-CC41E0373ED5}"/>
    <dgm:cxn modelId="{13E49CAE-792B-4AE2-972E-4C699719F542}" type="presOf" srcId="{5DB62EB5-1F34-4066-B3B5-FA383FC223D1}" destId="{96110AEC-1EE6-4185-A0BD-6D2E6A2C6777}" srcOrd="0" destOrd="0" presId="urn:microsoft.com/office/officeart/2005/8/layout/vList2"/>
    <dgm:cxn modelId="{820A6CB1-A760-4E07-B8D1-45D5DCF6E264}" type="presParOf" srcId="{96110AEC-1EE6-4185-A0BD-6D2E6A2C6777}" destId="{9F4CE483-E790-4EF0-A912-9E1413786A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0C3846D-63F8-47AB-9E9E-283B93925035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2CACEFE-160C-4076-86C7-E1E5440E49B4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US" b="1" i="0" dirty="0"/>
            <a:t>    Data Validation</a:t>
          </a:r>
          <a:endParaRPr lang="en-IN" dirty="0"/>
        </a:p>
      </dgm:t>
    </dgm:pt>
    <dgm:pt modelId="{BF4DC07F-704A-4EDA-94BC-FA8C766306F4}" type="parTrans" cxnId="{90D46BC3-048F-4C37-83CC-BE4930D9B9B2}">
      <dgm:prSet/>
      <dgm:spPr/>
      <dgm:t>
        <a:bodyPr/>
        <a:lstStyle/>
        <a:p>
          <a:endParaRPr lang="en-IN"/>
        </a:p>
      </dgm:t>
    </dgm:pt>
    <dgm:pt modelId="{4E1CA4DD-9FAF-4E64-A2AD-59A8A47AB4A0}" type="sibTrans" cxnId="{90D46BC3-048F-4C37-83CC-BE4930D9B9B2}">
      <dgm:prSet/>
      <dgm:spPr/>
      <dgm:t>
        <a:bodyPr/>
        <a:lstStyle/>
        <a:p>
          <a:endParaRPr lang="en-IN"/>
        </a:p>
      </dgm:t>
    </dgm:pt>
    <dgm:pt modelId="{606A2EFA-9466-4A95-AE5A-FC0A105D2B0A}" type="pres">
      <dgm:prSet presAssocID="{90C3846D-63F8-47AB-9E9E-283B93925035}" presName="linear" presStyleCnt="0">
        <dgm:presLayoutVars>
          <dgm:animLvl val="lvl"/>
          <dgm:resizeHandles val="exact"/>
        </dgm:presLayoutVars>
      </dgm:prSet>
      <dgm:spPr/>
    </dgm:pt>
    <dgm:pt modelId="{EBB01F6E-A93E-4598-87F3-B96C1FA63DC3}" type="pres">
      <dgm:prSet presAssocID="{52CACEFE-160C-4076-86C7-E1E5440E49B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5C11947-BE1E-4D48-94C3-CEDF395EA949}" type="presOf" srcId="{90C3846D-63F8-47AB-9E9E-283B93925035}" destId="{606A2EFA-9466-4A95-AE5A-FC0A105D2B0A}" srcOrd="0" destOrd="0" presId="urn:microsoft.com/office/officeart/2005/8/layout/vList2"/>
    <dgm:cxn modelId="{FEFEC46D-07FB-440C-89FD-9A52D41CD3D1}" type="presOf" srcId="{52CACEFE-160C-4076-86C7-E1E5440E49B4}" destId="{EBB01F6E-A93E-4598-87F3-B96C1FA63DC3}" srcOrd="0" destOrd="0" presId="urn:microsoft.com/office/officeart/2005/8/layout/vList2"/>
    <dgm:cxn modelId="{90D46BC3-048F-4C37-83CC-BE4930D9B9B2}" srcId="{90C3846D-63F8-47AB-9E9E-283B93925035}" destId="{52CACEFE-160C-4076-86C7-E1E5440E49B4}" srcOrd="0" destOrd="0" parTransId="{BF4DC07F-704A-4EDA-94BC-FA8C766306F4}" sibTransId="{4E1CA4DD-9FAF-4E64-A2AD-59A8A47AB4A0}"/>
    <dgm:cxn modelId="{4E4772CC-7390-48BF-8EF6-9CC42536AC34}" type="presParOf" srcId="{606A2EFA-9466-4A95-AE5A-FC0A105D2B0A}" destId="{EBB01F6E-A93E-4598-87F3-B96C1FA63D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47FE103-D3F8-4C1B-9C09-23688DEA9280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B50A47-53AC-46FE-B768-09C6E7A81C75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i="0" dirty="0"/>
            <a:t>         Code Quality &amp; Innovation</a:t>
          </a:r>
          <a:endParaRPr lang="en-IN" dirty="0"/>
        </a:p>
      </dgm:t>
    </dgm:pt>
    <dgm:pt modelId="{3EFB9068-1CC5-41EC-B89B-4CA8C738FABD}" type="parTrans" cxnId="{8A2479F3-8C51-4514-910A-1298047CDA81}">
      <dgm:prSet/>
      <dgm:spPr/>
      <dgm:t>
        <a:bodyPr/>
        <a:lstStyle/>
        <a:p>
          <a:endParaRPr lang="en-IN"/>
        </a:p>
      </dgm:t>
    </dgm:pt>
    <dgm:pt modelId="{14110B71-DBDB-4E44-AA24-B766683520FB}" type="sibTrans" cxnId="{8A2479F3-8C51-4514-910A-1298047CDA81}">
      <dgm:prSet/>
      <dgm:spPr/>
      <dgm:t>
        <a:bodyPr/>
        <a:lstStyle/>
        <a:p>
          <a:endParaRPr lang="en-IN"/>
        </a:p>
      </dgm:t>
    </dgm:pt>
    <dgm:pt modelId="{75E1C9A7-626F-4DBC-BE6B-C7EA705993A7}" type="pres">
      <dgm:prSet presAssocID="{E47FE103-D3F8-4C1B-9C09-23688DEA9280}" presName="linear" presStyleCnt="0">
        <dgm:presLayoutVars>
          <dgm:animLvl val="lvl"/>
          <dgm:resizeHandles val="exact"/>
        </dgm:presLayoutVars>
      </dgm:prSet>
      <dgm:spPr/>
    </dgm:pt>
    <dgm:pt modelId="{9E8645C0-A86A-4F99-A2AF-861005FFFE8F}" type="pres">
      <dgm:prSet presAssocID="{01B50A47-53AC-46FE-B768-09C6E7A81C7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13920B7-FA23-493D-AB1A-1D20B288928E}" type="presOf" srcId="{E47FE103-D3F8-4C1B-9C09-23688DEA9280}" destId="{75E1C9A7-626F-4DBC-BE6B-C7EA705993A7}" srcOrd="0" destOrd="0" presId="urn:microsoft.com/office/officeart/2005/8/layout/vList2"/>
    <dgm:cxn modelId="{7BF72BC7-FF61-4883-B3FB-84D962EDC9DB}" type="presOf" srcId="{01B50A47-53AC-46FE-B768-09C6E7A81C75}" destId="{9E8645C0-A86A-4F99-A2AF-861005FFFE8F}" srcOrd="0" destOrd="0" presId="urn:microsoft.com/office/officeart/2005/8/layout/vList2"/>
    <dgm:cxn modelId="{8A2479F3-8C51-4514-910A-1298047CDA81}" srcId="{E47FE103-D3F8-4C1B-9C09-23688DEA9280}" destId="{01B50A47-53AC-46FE-B768-09C6E7A81C75}" srcOrd="0" destOrd="0" parTransId="{3EFB9068-1CC5-41EC-B89B-4CA8C738FABD}" sibTransId="{14110B71-DBDB-4E44-AA24-B766683520FB}"/>
    <dgm:cxn modelId="{C325751A-3AF8-4AD1-8664-27D6C96651E6}" type="presParOf" srcId="{75E1C9A7-626F-4DBC-BE6B-C7EA705993A7}" destId="{9E8645C0-A86A-4F99-A2AF-861005FFFE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FD1C415-C6A3-439A-96F9-73D2DC2A27D0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30E837-7380-4CF3-952E-37BA62E5845F}">
      <dgm:prSet/>
      <dgm:spPr/>
      <dgm:t>
        <a:bodyPr/>
        <a:lstStyle/>
        <a:p>
          <a:r>
            <a:rPr lang="en-IN" dirty="0"/>
            <a:t>Design &amp; Delivery Tips</a:t>
          </a:r>
        </a:p>
      </dgm:t>
    </dgm:pt>
    <dgm:pt modelId="{464B1A60-4306-4CCD-AE50-80242E951BE4}" type="parTrans" cxnId="{82B4861E-D73D-42B3-859C-36D96318048A}">
      <dgm:prSet/>
      <dgm:spPr/>
      <dgm:t>
        <a:bodyPr/>
        <a:lstStyle/>
        <a:p>
          <a:endParaRPr lang="en-IN"/>
        </a:p>
      </dgm:t>
    </dgm:pt>
    <dgm:pt modelId="{7A7AC5FE-7996-4FD7-9348-4DC4CF77AA44}" type="sibTrans" cxnId="{82B4861E-D73D-42B3-859C-36D96318048A}">
      <dgm:prSet/>
      <dgm:spPr/>
      <dgm:t>
        <a:bodyPr/>
        <a:lstStyle/>
        <a:p>
          <a:endParaRPr lang="en-IN"/>
        </a:p>
      </dgm:t>
    </dgm:pt>
    <dgm:pt modelId="{F6F2618E-68A7-4A68-B029-60CA7A0119E2}" type="pres">
      <dgm:prSet presAssocID="{AFD1C415-C6A3-439A-96F9-73D2DC2A27D0}" presName="linear" presStyleCnt="0">
        <dgm:presLayoutVars>
          <dgm:animLvl val="lvl"/>
          <dgm:resizeHandles val="exact"/>
        </dgm:presLayoutVars>
      </dgm:prSet>
      <dgm:spPr/>
    </dgm:pt>
    <dgm:pt modelId="{D4239D96-072D-41D8-82A4-282D5B1A0BCB}" type="pres">
      <dgm:prSet presAssocID="{6C30E837-7380-4CF3-952E-37BA62E5845F}" presName="parentText" presStyleLbl="node1" presStyleIdx="0" presStyleCnt="1" custScaleX="52456">
        <dgm:presLayoutVars>
          <dgm:chMax val="0"/>
          <dgm:bulletEnabled val="1"/>
        </dgm:presLayoutVars>
      </dgm:prSet>
      <dgm:spPr/>
    </dgm:pt>
  </dgm:ptLst>
  <dgm:cxnLst>
    <dgm:cxn modelId="{82B4861E-D73D-42B3-859C-36D96318048A}" srcId="{AFD1C415-C6A3-439A-96F9-73D2DC2A27D0}" destId="{6C30E837-7380-4CF3-952E-37BA62E5845F}" srcOrd="0" destOrd="0" parTransId="{464B1A60-4306-4CCD-AE50-80242E951BE4}" sibTransId="{7A7AC5FE-7996-4FD7-9348-4DC4CF77AA44}"/>
    <dgm:cxn modelId="{F1B57325-503D-4FC9-9B61-DB63D66AB7F8}" type="presOf" srcId="{AFD1C415-C6A3-439A-96F9-73D2DC2A27D0}" destId="{F6F2618E-68A7-4A68-B029-60CA7A0119E2}" srcOrd="0" destOrd="0" presId="urn:microsoft.com/office/officeart/2005/8/layout/vList2"/>
    <dgm:cxn modelId="{AE4A7E73-4957-4E4C-AD62-6E87438F0698}" type="presOf" srcId="{6C30E837-7380-4CF3-952E-37BA62E5845F}" destId="{D4239D96-072D-41D8-82A4-282D5B1A0BCB}" srcOrd="0" destOrd="0" presId="urn:microsoft.com/office/officeart/2005/8/layout/vList2"/>
    <dgm:cxn modelId="{E8588037-9336-4115-BB5B-A72F42D9E670}" type="presParOf" srcId="{F6F2618E-68A7-4A68-B029-60CA7A0119E2}" destId="{D4239D96-072D-41D8-82A4-282D5B1A0BC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4A02C37-B79D-48D5-A0B4-87A0DAAED31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8D39509-A814-470E-8ED6-9776BD2AF51B}">
      <dgm:prSet/>
      <dgm:spPr/>
      <dgm:t>
        <a:bodyPr/>
        <a:lstStyle/>
        <a:p>
          <a:r>
            <a:rPr lang="en-US" b="1" i="0" baseline="0"/>
            <a:t>Consistent Theme</a:t>
          </a:r>
          <a:r>
            <a:rPr lang="en-US" b="0" i="0" baseline="0"/>
            <a:t>: Pick a 2-color palette + 1 accent; use the same fonts throughout (e.g., Calibri or Roboto).</a:t>
          </a:r>
          <a:endParaRPr lang="en-IN"/>
        </a:p>
      </dgm:t>
    </dgm:pt>
    <dgm:pt modelId="{54199E75-2675-44FA-8D8A-D394F2221545}" type="parTrans" cxnId="{156F97B3-48D9-4626-B462-853D6865A3C0}">
      <dgm:prSet/>
      <dgm:spPr/>
      <dgm:t>
        <a:bodyPr/>
        <a:lstStyle/>
        <a:p>
          <a:endParaRPr lang="en-IN"/>
        </a:p>
      </dgm:t>
    </dgm:pt>
    <dgm:pt modelId="{244A5A5E-DC43-40F7-9DDB-CA82A9FB3D5A}" type="sibTrans" cxnId="{156F97B3-48D9-4626-B462-853D6865A3C0}">
      <dgm:prSet/>
      <dgm:spPr/>
      <dgm:t>
        <a:bodyPr/>
        <a:lstStyle/>
        <a:p>
          <a:endParaRPr lang="en-IN"/>
        </a:p>
      </dgm:t>
    </dgm:pt>
    <dgm:pt modelId="{94F222B0-AE04-4728-8D82-FB2D1BB2E415}">
      <dgm:prSet/>
      <dgm:spPr/>
      <dgm:t>
        <a:bodyPr/>
        <a:lstStyle/>
        <a:p>
          <a:r>
            <a:rPr lang="en-US" b="1" i="0" baseline="0"/>
            <a:t>High-Quality Images</a:t>
          </a:r>
          <a:r>
            <a:rPr lang="en-US" b="0" i="0" baseline="0"/>
            <a:t>: Export your UI screenshots at 1920×1080 and crop tightly.</a:t>
          </a:r>
          <a:endParaRPr lang="en-IN"/>
        </a:p>
      </dgm:t>
    </dgm:pt>
    <dgm:pt modelId="{38E18B64-B99D-4A26-8495-8B43C5864A4A}" type="parTrans" cxnId="{A73FACA6-43BD-4708-A1A3-F1051ECE7E32}">
      <dgm:prSet/>
      <dgm:spPr/>
      <dgm:t>
        <a:bodyPr/>
        <a:lstStyle/>
        <a:p>
          <a:endParaRPr lang="en-IN"/>
        </a:p>
      </dgm:t>
    </dgm:pt>
    <dgm:pt modelId="{6C620EB6-EAFC-4F2E-B2DF-1B35523875D5}" type="sibTrans" cxnId="{A73FACA6-43BD-4708-A1A3-F1051ECE7E32}">
      <dgm:prSet/>
      <dgm:spPr/>
      <dgm:t>
        <a:bodyPr/>
        <a:lstStyle/>
        <a:p>
          <a:endParaRPr lang="en-IN"/>
        </a:p>
      </dgm:t>
    </dgm:pt>
    <dgm:pt modelId="{CEAF6AC0-86DC-43BA-8EC9-4D4D7AC53749}">
      <dgm:prSet/>
      <dgm:spPr/>
      <dgm:t>
        <a:bodyPr/>
        <a:lstStyle/>
        <a:p>
          <a:r>
            <a:rPr lang="en-US" b="1" i="0" baseline="0"/>
            <a:t>Engagement</a:t>
          </a:r>
          <a:r>
            <a:rPr lang="en-US" b="0" i="0" baseline="0"/>
            <a:t>:</a:t>
          </a:r>
          <a:endParaRPr lang="en-IN"/>
        </a:p>
      </dgm:t>
    </dgm:pt>
    <dgm:pt modelId="{53619B38-8F2A-420F-9ACF-9B2DE1FDDE49}" type="parTrans" cxnId="{AFF9C925-5BD1-4CE7-88B3-86FE5B8E1BFF}">
      <dgm:prSet/>
      <dgm:spPr/>
      <dgm:t>
        <a:bodyPr/>
        <a:lstStyle/>
        <a:p>
          <a:endParaRPr lang="en-IN"/>
        </a:p>
      </dgm:t>
    </dgm:pt>
    <dgm:pt modelId="{0EB69BE9-204D-4148-9277-CF8152E26EA4}" type="sibTrans" cxnId="{AFF9C925-5BD1-4CE7-88B3-86FE5B8E1BFF}">
      <dgm:prSet/>
      <dgm:spPr/>
      <dgm:t>
        <a:bodyPr/>
        <a:lstStyle/>
        <a:p>
          <a:endParaRPr lang="en-IN"/>
        </a:p>
      </dgm:t>
    </dgm:pt>
    <dgm:pt modelId="{748391A2-96F3-49B1-A5A8-6750D449585B}">
      <dgm:prSet/>
      <dgm:spPr/>
      <dgm:t>
        <a:bodyPr/>
        <a:lstStyle/>
        <a:p>
          <a:r>
            <a:rPr lang="en-US" b="0" i="0" baseline="0"/>
            <a:t>Embed brief demo videos (5–10 sec).</a:t>
          </a:r>
          <a:endParaRPr lang="en-IN"/>
        </a:p>
      </dgm:t>
    </dgm:pt>
    <dgm:pt modelId="{7CE78EB6-13F8-4C4A-8AAB-5BCFA6FC95ED}" type="parTrans" cxnId="{B81658B9-5630-4CBD-B35B-914C7F12897E}">
      <dgm:prSet/>
      <dgm:spPr/>
      <dgm:t>
        <a:bodyPr/>
        <a:lstStyle/>
        <a:p>
          <a:endParaRPr lang="en-IN"/>
        </a:p>
      </dgm:t>
    </dgm:pt>
    <dgm:pt modelId="{C1CB568F-5BE3-4DF0-B31A-525AC36A1C41}" type="sibTrans" cxnId="{B81658B9-5630-4CBD-B35B-914C7F12897E}">
      <dgm:prSet/>
      <dgm:spPr/>
      <dgm:t>
        <a:bodyPr/>
        <a:lstStyle/>
        <a:p>
          <a:endParaRPr lang="en-IN"/>
        </a:p>
      </dgm:t>
    </dgm:pt>
    <dgm:pt modelId="{BEFE3FB4-6D38-4EE0-A33D-10FC83EBA17F}">
      <dgm:prSet/>
      <dgm:spPr/>
      <dgm:t>
        <a:bodyPr/>
        <a:lstStyle/>
        <a:p>
          <a:r>
            <a:rPr lang="en-US" b="0" i="0" baseline="0"/>
            <a:t>Use simple animations (Fly In for bullets).</a:t>
          </a:r>
          <a:endParaRPr lang="en-IN"/>
        </a:p>
      </dgm:t>
    </dgm:pt>
    <dgm:pt modelId="{F78B01C0-116F-4BBF-AF18-2449A00678F1}" type="parTrans" cxnId="{92CC53F4-1BB0-49BC-817F-AC0AFB1CC5BD}">
      <dgm:prSet/>
      <dgm:spPr/>
      <dgm:t>
        <a:bodyPr/>
        <a:lstStyle/>
        <a:p>
          <a:endParaRPr lang="en-IN"/>
        </a:p>
      </dgm:t>
    </dgm:pt>
    <dgm:pt modelId="{0B730528-FEC4-4E3B-A6CF-D6AB33EF2873}" type="sibTrans" cxnId="{92CC53F4-1BB0-49BC-817F-AC0AFB1CC5BD}">
      <dgm:prSet/>
      <dgm:spPr/>
      <dgm:t>
        <a:bodyPr/>
        <a:lstStyle/>
        <a:p>
          <a:endParaRPr lang="en-IN"/>
        </a:p>
      </dgm:t>
    </dgm:pt>
    <dgm:pt modelId="{774CE6D2-D1E7-4F2B-BF81-ED155FAD673E}">
      <dgm:prSet/>
      <dgm:spPr/>
      <dgm:t>
        <a:bodyPr/>
        <a:lstStyle/>
        <a:p>
          <a:r>
            <a:rPr lang="en-US" b="1" i="0" baseline="0"/>
            <a:t>Clarity</a:t>
          </a:r>
          <a:r>
            <a:rPr lang="en-US" b="0" i="0" baseline="0"/>
            <a:t>: Keep ≤ 6 bullets per slide; use large fonts (≥ 24 pt).</a:t>
          </a:r>
          <a:endParaRPr lang="en-IN"/>
        </a:p>
      </dgm:t>
    </dgm:pt>
    <dgm:pt modelId="{F23E608B-6BBB-4FF4-9646-79162101BB34}" type="parTrans" cxnId="{E5647D83-BB2E-4331-8378-63B38AED09FD}">
      <dgm:prSet/>
      <dgm:spPr/>
      <dgm:t>
        <a:bodyPr/>
        <a:lstStyle/>
        <a:p>
          <a:endParaRPr lang="en-IN"/>
        </a:p>
      </dgm:t>
    </dgm:pt>
    <dgm:pt modelId="{620A6307-A436-4537-8117-57CF576B6BC5}" type="sibTrans" cxnId="{E5647D83-BB2E-4331-8378-63B38AED09FD}">
      <dgm:prSet/>
      <dgm:spPr/>
      <dgm:t>
        <a:bodyPr/>
        <a:lstStyle/>
        <a:p>
          <a:endParaRPr lang="en-IN"/>
        </a:p>
      </dgm:t>
    </dgm:pt>
    <dgm:pt modelId="{8AEB4AA7-934E-447F-B2CE-7136F20B4A9B}">
      <dgm:prSet/>
      <dgm:spPr/>
      <dgm:t>
        <a:bodyPr/>
        <a:lstStyle/>
        <a:p>
          <a:r>
            <a:rPr lang="en-US" b="1" i="0" baseline="0"/>
            <a:t>Icons &amp; Diagrams</a:t>
          </a:r>
          <a:r>
            <a:rPr lang="en-US" b="0" i="0" baseline="0"/>
            <a:t>: Leverage built-in PowerPoint icons or free sets (e.g., Material Icons).</a:t>
          </a:r>
          <a:endParaRPr lang="en-IN"/>
        </a:p>
      </dgm:t>
    </dgm:pt>
    <dgm:pt modelId="{65FF0749-57B3-4086-BCB6-1E8438E9CE2A}" type="parTrans" cxnId="{F18E9878-9572-468C-86F9-39CAE3BA6651}">
      <dgm:prSet/>
      <dgm:spPr/>
      <dgm:t>
        <a:bodyPr/>
        <a:lstStyle/>
        <a:p>
          <a:endParaRPr lang="en-IN"/>
        </a:p>
      </dgm:t>
    </dgm:pt>
    <dgm:pt modelId="{DFD30836-38CB-4E82-AAFA-4B0D8CA3E9CC}" type="sibTrans" cxnId="{F18E9878-9572-468C-86F9-39CAE3BA6651}">
      <dgm:prSet/>
      <dgm:spPr/>
      <dgm:t>
        <a:bodyPr/>
        <a:lstStyle/>
        <a:p>
          <a:endParaRPr lang="en-IN"/>
        </a:p>
      </dgm:t>
    </dgm:pt>
    <dgm:pt modelId="{F73FF783-2CF9-4066-B3F5-470816368AF1}">
      <dgm:prSet/>
      <dgm:spPr/>
      <dgm:t>
        <a:bodyPr/>
        <a:lstStyle/>
        <a:p>
          <a:r>
            <a:rPr lang="en-US" b="1" i="0" baseline="0"/>
            <a:t>Practice Transitions</a:t>
          </a:r>
          <a:r>
            <a:rPr lang="en-US" b="0" i="0" baseline="0"/>
            <a:t>: Smooth “Morph” or “Fade” between sections to maintain flow.</a:t>
          </a:r>
          <a:endParaRPr lang="en-IN"/>
        </a:p>
      </dgm:t>
    </dgm:pt>
    <dgm:pt modelId="{108D5954-E007-4079-8085-5A5906A449F7}" type="parTrans" cxnId="{09AF32DA-664C-41AA-BC90-223684E8F961}">
      <dgm:prSet/>
      <dgm:spPr/>
      <dgm:t>
        <a:bodyPr/>
        <a:lstStyle/>
        <a:p>
          <a:endParaRPr lang="en-IN"/>
        </a:p>
      </dgm:t>
    </dgm:pt>
    <dgm:pt modelId="{6B78A22F-BBBD-4CA8-9B2C-6D9486A93DFA}" type="sibTrans" cxnId="{09AF32DA-664C-41AA-BC90-223684E8F961}">
      <dgm:prSet/>
      <dgm:spPr/>
      <dgm:t>
        <a:bodyPr/>
        <a:lstStyle/>
        <a:p>
          <a:endParaRPr lang="en-IN"/>
        </a:p>
      </dgm:t>
    </dgm:pt>
    <dgm:pt modelId="{DD0FB7C9-12A8-456A-A298-786DBADD1DE1}" type="pres">
      <dgm:prSet presAssocID="{44A02C37-B79D-48D5-A0B4-87A0DAAED31B}" presName="CompostProcess" presStyleCnt="0">
        <dgm:presLayoutVars>
          <dgm:dir/>
          <dgm:resizeHandles val="exact"/>
        </dgm:presLayoutVars>
      </dgm:prSet>
      <dgm:spPr/>
    </dgm:pt>
    <dgm:pt modelId="{4EC5FDFA-FF52-4B84-B7F8-E5521D981F50}" type="pres">
      <dgm:prSet presAssocID="{44A02C37-B79D-48D5-A0B4-87A0DAAED31B}" presName="arrow" presStyleLbl="bgShp" presStyleIdx="0" presStyleCnt="1"/>
      <dgm:spPr/>
    </dgm:pt>
    <dgm:pt modelId="{4BE69A2D-922F-4249-B74F-FCCFA16E2E15}" type="pres">
      <dgm:prSet presAssocID="{44A02C37-B79D-48D5-A0B4-87A0DAAED31B}" presName="linearProcess" presStyleCnt="0"/>
      <dgm:spPr/>
    </dgm:pt>
    <dgm:pt modelId="{77D51AAA-C2AD-4501-8330-50994E0BD6A8}" type="pres">
      <dgm:prSet presAssocID="{68D39509-A814-470E-8ED6-9776BD2AF51B}" presName="textNode" presStyleLbl="node1" presStyleIdx="0" presStyleCnt="8">
        <dgm:presLayoutVars>
          <dgm:bulletEnabled val="1"/>
        </dgm:presLayoutVars>
      </dgm:prSet>
      <dgm:spPr/>
    </dgm:pt>
    <dgm:pt modelId="{9FC56867-23BD-4E33-A860-7BE3B66B4FE5}" type="pres">
      <dgm:prSet presAssocID="{244A5A5E-DC43-40F7-9DDB-CA82A9FB3D5A}" presName="sibTrans" presStyleCnt="0"/>
      <dgm:spPr/>
    </dgm:pt>
    <dgm:pt modelId="{F8CA2A13-7E3C-4622-A9E3-F5A8ACD65F87}" type="pres">
      <dgm:prSet presAssocID="{94F222B0-AE04-4728-8D82-FB2D1BB2E415}" presName="textNode" presStyleLbl="node1" presStyleIdx="1" presStyleCnt="8">
        <dgm:presLayoutVars>
          <dgm:bulletEnabled val="1"/>
        </dgm:presLayoutVars>
      </dgm:prSet>
      <dgm:spPr/>
    </dgm:pt>
    <dgm:pt modelId="{31F5B851-0AA7-420D-8A12-1C7199CA4FBB}" type="pres">
      <dgm:prSet presAssocID="{6C620EB6-EAFC-4F2E-B2DF-1B35523875D5}" presName="sibTrans" presStyleCnt="0"/>
      <dgm:spPr/>
    </dgm:pt>
    <dgm:pt modelId="{B7349215-7262-4B76-AEBB-D052736D757F}" type="pres">
      <dgm:prSet presAssocID="{CEAF6AC0-86DC-43BA-8EC9-4D4D7AC53749}" presName="textNode" presStyleLbl="node1" presStyleIdx="2" presStyleCnt="8">
        <dgm:presLayoutVars>
          <dgm:bulletEnabled val="1"/>
        </dgm:presLayoutVars>
      </dgm:prSet>
      <dgm:spPr/>
    </dgm:pt>
    <dgm:pt modelId="{56A92C34-83C2-4D7A-86F7-7F8117CBFC22}" type="pres">
      <dgm:prSet presAssocID="{0EB69BE9-204D-4148-9277-CF8152E26EA4}" presName="sibTrans" presStyleCnt="0"/>
      <dgm:spPr/>
    </dgm:pt>
    <dgm:pt modelId="{D30E0865-F611-4DAB-8DBB-1AA860F645FD}" type="pres">
      <dgm:prSet presAssocID="{748391A2-96F3-49B1-A5A8-6750D449585B}" presName="textNode" presStyleLbl="node1" presStyleIdx="3" presStyleCnt="8">
        <dgm:presLayoutVars>
          <dgm:bulletEnabled val="1"/>
        </dgm:presLayoutVars>
      </dgm:prSet>
      <dgm:spPr/>
    </dgm:pt>
    <dgm:pt modelId="{2B673DBD-A2BB-4E67-BEC2-9D1D11466F87}" type="pres">
      <dgm:prSet presAssocID="{C1CB568F-5BE3-4DF0-B31A-525AC36A1C41}" presName="sibTrans" presStyleCnt="0"/>
      <dgm:spPr/>
    </dgm:pt>
    <dgm:pt modelId="{A8E408F2-4507-4AD2-8DC2-8988EEFD811A}" type="pres">
      <dgm:prSet presAssocID="{BEFE3FB4-6D38-4EE0-A33D-10FC83EBA17F}" presName="textNode" presStyleLbl="node1" presStyleIdx="4" presStyleCnt="8">
        <dgm:presLayoutVars>
          <dgm:bulletEnabled val="1"/>
        </dgm:presLayoutVars>
      </dgm:prSet>
      <dgm:spPr/>
    </dgm:pt>
    <dgm:pt modelId="{E809C7D0-C481-4B74-822F-976E07ACE10C}" type="pres">
      <dgm:prSet presAssocID="{0B730528-FEC4-4E3B-A6CF-D6AB33EF2873}" presName="sibTrans" presStyleCnt="0"/>
      <dgm:spPr/>
    </dgm:pt>
    <dgm:pt modelId="{4D779458-A0B0-4C3A-8836-C05323185266}" type="pres">
      <dgm:prSet presAssocID="{774CE6D2-D1E7-4F2B-BF81-ED155FAD673E}" presName="textNode" presStyleLbl="node1" presStyleIdx="5" presStyleCnt="8">
        <dgm:presLayoutVars>
          <dgm:bulletEnabled val="1"/>
        </dgm:presLayoutVars>
      </dgm:prSet>
      <dgm:spPr/>
    </dgm:pt>
    <dgm:pt modelId="{0DA5C53E-1144-4379-AF3E-61DDEF7B2296}" type="pres">
      <dgm:prSet presAssocID="{620A6307-A436-4537-8117-57CF576B6BC5}" presName="sibTrans" presStyleCnt="0"/>
      <dgm:spPr/>
    </dgm:pt>
    <dgm:pt modelId="{B5D28491-2DB9-4F97-B8FB-B3FA0FDE797B}" type="pres">
      <dgm:prSet presAssocID="{8AEB4AA7-934E-447F-B2CE-7136F20B4A9B}" presName="textNode" presStyleLbl="node1" presStyleIdx="6" presStyleCnt="8">
        <dgm:presLayoutVars>
          <dgm:bulletEnabled val="1"/>
        </dgm:presLayoutVars>
      </dgm:prSet>
      <dgm:spPr/>
    </dgm:pt>
    <dgm:pt modelId="{CEEB38FA-0FF0-4544-8380-44C3C3307467}" type="pres">
      <dgm:prSet presAssocID="{DFD30836-38CB-4E82-AAFA-4B0D8CA3E9CC}" presName="sibTrans" presStyleCnt="0"/>
      <dgm:spPr/>
    </dgm:pt>
    <dgm:pt modelId="{BE86C3B2-04A9-49AF-8DB1-B9E9D7EB6945}" type="pres">
      <dgm:prSet presAssocID="{F73FF783-2CF9-4066-B3F5-470816368AF1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1286EF0B-CA1E-4277-A888-17178FCB586D}" type="presOf" srcId="{F73FF783-2CF9-4066-B3F5-470816368AF1}" destId="{BE86C3B2-04A9-49AF-8DB1-B9E9D7EB6945}" srcOrd="0" destOrd="0" presId="urn:microsoft.com/office/officeart/2005/8/layout/hProcess9"/>
    <dgm:cxn modelId="{28F65A1E-EA2D-4BD5-A21B-6FCBC57EA88A}" type="presOf" srcId="{CEAF6AC0-86DC-43BA-8EC9-4D4D7AC53749}" destId="{B7349215-7262-4B76-AEBB-D052736D757F}" srcOrd="0" destOrd="0" presId="urn:microsoft.com/office/officeart/2005/8/layout/hProcess9"/>
    <dgm:cxn modelId="{0019E71F-A344-41CB-9DBF-1A3FF3C4F9F8}" type="presOf" srcId="{774CE6D2-D1E7-4F2B-BF81-ED155FAD673E}" destId="{4D779458-A0B0-4C3A-8836-C05323185266}" srcOrd="0" destOrd="0" presId="urn:microsoft.com/office/officeart/2005/8/layout/hProcess9"/>
    <dgm:cxn modelId="{AFF9C925-5BD1-4CE7-88B3-86FE5B8E1BFF}" srcId="{44A02C37-B79D-48D5-A0B4-87A0DAAED31B}" destId="{CEAF6AC0-86DC-43BA-8EC9-4D4D7AC53749}" srcOrd="2" destOrd="0" parTransId="{53619B38-8F2A-420F-9ACF-9B2DE1FDDE49}" sibTransId="{0EB69BE9-204D-4148-9277-CF8152E26EA4}"/>
    <dgm:cxn modelId="{1D29DE3B-EA77-46BD-8B9D-B57776B33413}" type="presOf" srcId="{94F222B0-AE04-4728-8D82-FB2D1BB2E415}" destId="{F8CA2A13-7E3C-4622-A9E3-F5A8ACD65F87}" srcOrd="0" destOrd="0" presId="urn:microsoft.com/office/officeart/2005/8/layout/hProcess9"/>
    <dgm:cxn modelId="{77B33E3F-AD7D-4FCC-BC37-2705B7FEA8C7}" type="presOf" srcId="{BEFE3FB4-6D38-4EE0-A33D-10FC83EBA17F}" destId="{A8E408F2-4507-4AD2-8DC2-8988EEFD811A}" srcOrd="0" destOrd="0" presId="urn:microsoft.com/office/officeart/2005/8/layout/hProcess9"/>
    <dgm:cxn modelId="{F18E9878-9572-468C-86F9-39CAE3BA6651}" srcId="{44A02C37-B79D-48D5-A0B4-87A0DAAED31B}" destId="{8AEB4AA7-934E-447F-B2CE-7136F20B4A9B}" srcOrd="6" destOrd="0" parTransId="{65FF0749-57B3-4086-BCB6-1E8438E9CE2A}" sibTransId="{DFD30836-38CB-4E82-AAFA-4B0D8CA3E9CC}"/>
    <dgm:cxn modelId="{2575B558-A9F2-4DDC-9437-8D3101B242D4}" type="presOf" srcId="{68D39509-A814-470E-8ED6-9776BD2AF51B}" destId="{77D51AAA-C2AD-4501-8330-50994E0BD6A8}" srcOrd="0" destOrd="0" presId="urn:microsoft.com/office/officeart/2005/8/layout/hProcess9"/>
    <dgm:cxn modelId="{E5647D83-BB2E-4331-8378-63B38AED09FD}" srcId="{44A02C37-B79D-48D5-A0B4-87A0DAAED31B}" destId="{774CE6D2-D1E7-4F2B-BF81-ED155FAD673E}" srcOrd="5" destOrd="0" parTransId="{F23E608B-6BBB-4FF4-9646-79162101BB34}" sibTransId="{620A6307-A436-4537-8117-57CF576B6BC5}"/>
    <dgm:cxn modelId="{988A2E96-81AB-44DF-8006-E68EB90D7FB4}" type="presOf" srcId="{8AEB4AA7-934E-447F-B2CE-7136F20B4A9B}" destId="{B5D28491-2DB9-4F97-B8FB-B3FA0FDE797B}" srcOrd="0" destOrd="0" presId="urn:microsoft.com/office/officeart/2005/8/layout/hProcess9"/>
    <dgm:cxn modelId="{A73FACA6-43BD-4708-A1A3-F1051ECE7E32}" srcId="{44A02C37-B79D-48D5-A0B4-87A0DAAED31B}" destId="{94F222B0-AE04-4728-8D82-FB2D1BB2E415}" srcOrd="1" destOrd="0" parTransId="{38E18B64-B99D-4A26-8495-8B43C5864A4A}" sibTransId="{6C620EB6-EAFC-4F2E-B2DF-1B35523875D5}"/>
    <dgm:cxn modelId="{156F97B3-48D9-4626-B462-853D6865A3C0}" srcId="{44A02C37-B79D-48D5-A0B4-87A0DAAED31B}" destId="{68D39509-A814-470E-8ED6-9776BD2AF51B}" srcOrd="0" destOrd="0" parTransId="{54199E75-2675-44FA-8D8A-D394F2221545}" sibTransId="{244A5A5E-DC43-40F7-9DDB-CA82A9FB3D5A}"/>
    <dgm:cxn modelId="{B81658B9-5630-4CBD-B35B-914C7F12897E}" srcId="{44A02C37-B79D-48D5-A0B4-87A0DAAED31B}" destId="{748391A2-96F3-49B1-A5A8-6750D449585B}" srcOrd="3" destOrd="0" parTransId="{7CE78EB6-13F8-4C4A-8AAB-5BCFA6FC95ED}" sibTransId="{C1CB568F-5BE3-4DF0-B31A-525AC36A1C41}"/>
    <dgm:cxn modelId="{09AF32DA-664C-41AA-BC90-223684E8F961}" srcId="{44A02C37-B79D-48D5-A0B4-87A0DAAED31B}" destId="{F73FF783-2CF9-4066-B3F5-470816368AF1}" srcOrd="7" destOrd="0" parTransId="{108D5954-E007-4079-8085-5A5906A449F7}" sibTransId="{6B78A22F-BBBD-4CA8-9B2C-6D9486A93DFA}"/>
    <dgm:cxn modelId="{F34391EA-9802-40B4-92BA-06642E7062E8}" type="presOf" srcId="{44A02C37-B79D-48D5-A0B4-87A0DAAED31B}" destId="{DD0FB7C9-12A8-456A-A298-786DBADD1DE1}" srcOrd="0" destOrd="0" presId="urn:microsoft.com/office/officeart/2005/8/layout/hProcess9"/>
    <dgm:cxn modelId="{9CB914ED-8560-4567-AFA2-B7A82D1F175D}" type="presOf" srcId="{748391A2-96F3-49B1-A5A8-6750D449585B}" destId="{D30E0865-F611-4DAB-8DBB-1AA860F645FD}" srcOrd="0" destOrd="0" presId="urn:microsoft.com/office/officeart/2005/8/layout/hProcess9"/>
    <dgm:cxn modelId="{92CC53F4-1BB0-49BC-817F-AC0AFB1CC5BD}" srcId="{44A02C37-B79D-48D5-A0B4-87A0DAAED31B}" destId="{BEFE3FB4-6D38-4EE0-A33D-10FC83EBA17F}" srcOrd="4" destOrd="0" parTransId="{F78B01C0-116F-4BBF-AF18-2449A00678F1}" sibTransId="{0B730528-FEC4-4E3B-A6CF-D6AB33EF2873}"/>
    <dgm:cxn modelId="{063360BC-DB72-46DA-AB2F-D13C38B29E6A}" type="presParOf" srcId="{DD0FB7C9-12A8-456A-A298-786DBADD1DE1}" destId="{4EC5FDFA-FF52-4B84-B7F8-E5521D981F50}" srcOrd="0" destOrd="0" presId="urn:microsoft.com/office/officeart/2005/8/layout/hProcess9"/>
    <dgm:cxn modelId="{802C0E58-BE82-4C3A-B213-BED34DBFC26D}" type="presParOf" srcId="{DD0FB7C9-12A8-456A-A298-786DBADD1DE1}" destId="{4BE69A2D-922F-4249-B74F-FCCFA16E2E15}" srcOrd="1" destOrd="0" presId="urn:microsoft.com/office/officeart/2005/8/layout/hProcess9"/>
    <dgm:cxn modelId="{D818C96B-A831-402C-B3B2-35242F28E713}" type="presParOf" srcId="{4BE69A2D-922F-4249-B74F-FCCFA16E2E15}" destId="{77D51AAA-C2AD-4501-8330-50994E0BD6A8}" srcOrd="0" destOrd="0" presId="urn:microsoft.com/office/officeart/2005/8/layout/hProcess9"/>
    <dgm:cxn modelId="{ABB70C70-9A61-449B-9ADB-DF6B992B3EDB}" type="presParOf" srcId="{4BE69A2D-922F-4249-B74F-FCCFA16E2E15}" destId="{9FC56867-23BD-4E33-A860-7BE3B66B4FE5}" srcOrd="1" destOrd="0" presId="urn:microsoft.com/office/officeart/2005/8/layout/hProcess9"/>
    <dgm:cxn modelId="{DB3F7248-1B70-4661-92CE-8E5467E84D31}" type="presParOf" srcId="{4BE69A2D-922F-4249-B74F-FCCFA16E2E15}" destId="{F8CA2A13-7E3C-4622-A9E3-F5A8ACD65F87}" srcOrd="2" destOrd="0" presId="urn:microsoft.com/office/officeart/2005/8/layout/hProcess9"/>
    <dgm:cxn modelId="{B4C422E6-1CBB-4F2E-9E39-4401BAD27B55}" type="presParOf" srcId="{4BE69A2D-922F-4249-B74F-FCCFA16E2E15}" destId="{31F5B851-0AA7-420D-8A12-1C7199CA4FBB}" srcOrd="3" destOrd="0" presId="urn:microsoft.com/office/officeart/2005/8/layout/hProcess9"/>
    <dgm:cxn modelId="{590F489D-1659-41D2-96B3-E2B21F06136E}" type="presParOf" srcId="{4BE69A2D-922F-4249-B74F-FCCFA16E2E15}" destId="{B7349215-7262-4B76-AEBB-D052736D757F}" srcOrd="4" destOrd="0" presId="urn:microsoft.com/office/officeart/2005/8/layout/hProcess9"/>
    <dgm:cxn modelId="{2DCBE11F-2D13-47B0-B2A2-89EEEAEB5EA1}" type="presParOf" srcId="{4BE69A2D-922F-4249-B74F-FCCFA16E2E15}" destId="{56A92C34-83C2-4D7A-86F7-7F8117CBFC22}" srcOrd="5" destOrd="0" presId="urn:microsoft.com/office/officeart/2005/8/layout/hProcess9"/>
    <dgm:cxn modelId="{DDF74496-EA4A-40BE-AE6B-653C1BF28B60}" type="presParOf" srcId="{4BE69A2D-922F-4249-B74F-FCCFA16E2E15}" destId="{D30E0865-F611-4DAB-8DBB-1AA860F645FD}" srcOrd="6" destOrd="0" presId="urn:microsoft.com/office/officeart/2005/8/layout/hProcess9"/>
    <dgm:cxn modelId="{1DB2C1D2-C1BD-4BF3-9BAE-5EE31A9B2D32}" type="presParOf" srcId="{4BE69A2D-922F-4249-B74F-FCCFA16E2E15}" destId="{2B673DBD-A2BB-4E67-BEC2-9D1D11466F87}" srcOrd="7" destOrd="0" presId="urn:microsoft.com/office/officeart/2005/8/layout/hProcess9"/>
    <dgm:cxn modelId="{71B0E005-23C1-4AEB-8B2B-64A5310462D0}" type="presParOf" srcId="{4BE69A2D-922F-4249-B74F-FCCFA16E2E15}" destId="{A8E408F2-4507-4AD2-8DC2-8988EEFD811A}" srcOrd="8" destOrd="0" presId="urn:microsoft.com/office/officeart/2005/8/layout/hProcess9"/>
    <dgm:cxn modelId="{500F21FA-9619-4021-A6FA-21932E443DCD}" type="presParOf" srcId="{4BE69A2D-922F-4249-B74F-FCCFA16E2E15}" destId="{E809C7D0-C481-4B74-822F-976E07ACE10C}" srcOrd="9" destOrd="0" presId="urn:microsoft.com/office/officeart/2005/8/layout/hProcess9"/>
    <dgm:cxn modelId="{7B7FD2FC-E0B2-455F-8E6A-F6D5DB6F0699}" type="presParOf" srcId="{4BE69A2D-922F-4249-B74F-FCCFA16E2E15}" destId="{4D779458-A0B0-4C3A-8836-C05323185266}" srcOrd="10" destOrd="0" presId="urn:microsoft.com/office/officeart/2005/8/layout/hProcess9"/>
    <dgm:cxn modelId="{0079B189-FB9C-4376-8FA5-E460760CBA80}" type="presParOf" srcId="{4BE69A2D-922F-4249-B74F-FCCFA16E2E15}" destId="{0DA5C53E-1144-4379-AF3E-61DDEF7B2296}" srcOrd="11" destOrd="0" presId="urn:microsoft.com/office/officeart/2005/8/layout/hProcess9"/>
    <dgm:cxn modelId="{424AAEA3-FC9E-49F3-B7E4-1AA5732B1ED3}" type="presParOf" srcId="{4BE69A2D-922F-4249-B74F-FCCFA16E2E15}" destId="{B5D28491-2DB9-4F97-B8FB-B3FA0FDE797B}" srcOrd="12" destOrd="0" presId="urn:microsoft.com/office/officeart/2005/8/layout/hProcess9"/>
    <dgm:cxn modelId="{9FACFA06-79F8-43A2-8DE9-547448B20D6C}" type="presParOf" srcId="{4BE69A2D-922F-4249-B74F-FCCFA16E2E15}" destId="{CEEB38FA-0FF0-4544-8380-44C3C3307467}" srcOrd="13" destOrd="0" presId="urn:microsoft.com/office/officeart/2005/8/layout/hProcess9"/>
    <dgm:cxn modelId="{B9B453BC-6108-4BE2-9851-1434AF3E0285}" type="presParOf" srcId="{4BE69A2D-922F-4249-B74F-FCCFA16E2E15}" destId="{BE86C3B2-04A9-49AF-8DB1-B9E9D7EB6945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DE350E0-A860-407C-B7F1-94B2A2569A34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82F07E7-8CD1-49F6-83D1-260F594B7B5E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b="1" i="0" dirty="0"/>
            <a:t>     Project Documentation </a:t>
          </a:r>
          <a:endParaRPr lang="en-IN" dirty="0"/>
        </a:p>
      </dgm:t>
    </dgm:pt>
    <dgm:pt modelId="{C6489B09-1D55-4E23-AF8E-FCF53EE3838C}" type="parTrans" cxnId="{B32120A1-60F0-401F-ABE3-9AA6040C21BC}">
      <dgm:prSet/>
      <dgm:spPr/>
      <dgm:t>
        <a:bodyPr/>
        <a:lstStyle/>
        <a:p>
          <a:endParaRPr lang="en-IN"/>
        </a:p>
      </dgm:t>
    </dgm:pt>
    <dgm:pt modelId="{2D430299-9B58-4901-B897-126E8AB8A7E7}" type="sibTrans" cxnId="{B32120A1-60F0-401F-ABE3-9AA6040C21BC}">
      <dgm:prSet/>
      <dgm:spPr/>
      <dgm:t>
        <a:bodyPr/>
        <a:lstStyle/>
        <a:p>
          <a:endParaRPr lang="en-IN"/>
        </a:p>
      </dgm:t>
    </dgm:pt>
    <dgm:pt modelId="{7D2EB85C-1643-4F0E-AE4F-FE529B908BF4}" type="pres">
      <dgm:prSet presAssocID="{BDE350E0-A860-407C-B7F1-94B2A2569A34}" presName="linear" presStyleCnt="0">
        <dgm:presLayoutVars>
          <dgm:animLvl val="lvl"/>
          <dgm:resizeHandles val="exact"/>
        </dgm:presLayoutVars>
      </dgm:prSet>
      <dgm:spPr/>
    </dgm:pt>
    <dgm:pt modelId="{1C87A0E6-44DD-4F7A-916C-E3D68920A8BB}" type="pres">
      <dgm:prSet presAssocID="{182F07E7-8CD1-49F6-83D1-260F594B7B5E}" presName="parentText" presStyleLbl="node1" presStyleIdx="0" presStyleCnt="1" custLinFactNeighborX="11321" custLinFactNeighborY="-53743">
        <dgm:presLayoutVars>
          <dgm:chMax val="0"/>
          <dgm:bulletEnabled val="1"/>
        </dgm:presLayoutVars>
      </dgm:prSet>
      <dgm:spPr/>
    </dgm:pt>
  </dgm:ptLst>
  <dgm:cxnLst>
    <dgm:cxn modelId="{E37F8C4B-C3B6-41B9-83B3-08CBBAB24A1B}" type="presOf" srcId="{BDE350E0-A860-407C-B7F1-94B2A2569A34}" destId="{7D2EB85C-1643-4F0E-AE4F-FE529B908BF4}" srcOrd="0" destOrd="0" presId="urn:microsoft.com/office/officeart/2005/8/layout/vList2"/>
    <dgm:cxn modelId="{B32120A1-60F0-401F-ABE3-9AA6040C21BC}" srcId="{BDE350E0-A860-407C-B7F1-94B2A2569A34}" destId="{182F07E7-8CD1-49F6-83D1-260F594B7B5E}" srcOrd="0" destOrd="0" parTransId="{C6489B09-1D55-4E23-AF8E-FCF53EE3838C}" sibTransId="{2D430299-9B58-4901-B897-126E8AB8A7E7}"/>
    <dgm:cxn modelId="{820457CC-3776-4295-AEEA-78D46B7D8FB6}" type="presOf" srcId="{182F07E7-8CD1-49F6-83D1-260F594B7B5E}" destId="{1C87A0E6-44DD-4F7A-916C-E3D68920A8BB}" srcOrd="0" destOrd="0" presId="urn:microsoft.com/office/officeart/2005/8/layout/vList2"/>
    <dgm:cxn modelId="{ED4A6A34-2A18-4A02-B506-8453BA20BF11}" type="presParOf" srcId="{7D2EB85C-1643-4F0E-AE4F-FE529B908BF4}" destId="{1C87A0E6-44DD-4F7A-916C-E3D68920A8B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D1D7B87-576A-48A9-8D5A-FE6DBAFBE73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E1BFF1B-E745-4137-93AD-B47DA1578616}" type="pres">
      <dgm:prSet presAssocID="{BD1D7B87-576A-48A9-8D5A-FE6DBAFBE73C}" presName="Name0" presStyleCnt="0">
        <dgm:presLayoutVars>
          <dgm:dir/>
          <dgm:resizeHandles val="exact"/>
        </dgm:presLayoutVars>
      </dgm:prSet>
      <dgm:spPr/>
    </dgm:pt>
  </dgm:ptLst>
  <dgm:cxnLst>
    <dgm:cxn modelId="{F24FB0E1-7DDA-4320-A7E4-1FBBF3CC8319}" type="presOf" srcId="{BD1D7B87-576A-48A9-8D5A-FE6DBAFBE73C}" destId="{0E1BFF1B-E745-4137-93AD-B47DA1578616}" srcOrd="0" destOrd="0" presId="urn:microsoft.com/office/officeart/2005/8/layout/process1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59123C-8C74-4C67-97B2-2B271D5AB450}">
      <dsp:nvSpPr>
        <dsp:cNvPr id="0" name=""/>
        <dsp:cNvSpPr/>
      </dsp:nvSpPr>
      <dsp:spPr>
        <a:xfrm>
          <a:off x="0" y="0"/>
          <a:ext cx="1428749" cy="2265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TEAM MEMBER</a:t>
          </a:r>
        </a:p>
      </dsp:txBody>
      <dsp:txXfrm>
        <a:off x="0" y="906085"/>
        <a:ext cx="1428749" cy="906085"/>
      </dsp:txXfrm>
    </dsp:sp>
    <dsp:sp modelId="{DF292A3A-D23C-4092-A013-E65819408B85}">
      <dsp:nvSpPr>
        <dsp:cNvPr id="0" name=""/>
        <dsp:cNvSpPr/>
      </dsp:nvSpPr>
      <dsp:spPr>
        <a:xfrm>
          <a:off x="337217" y="135912"/>
          <a:ext cx="754315" cy="75431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6000" r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DDBAA-0F78-4F9B-922D-2F1BF0524086}">
      <dsp:nvSpPr>
        <dsp:cNvPr id="0" name=""/>
        <dsp:cNvSpPr/>
      </dsp:nvSpPr>
      <dsp:spPr>
        <a:xfrm>
          <a:off x="1471612" y="0"/>
          <a:ext cx="1428749" cy="2265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ANKIT KUMAR SINGH</a:t>
          </a:r>
        </a:p>
      </dsp:txBody>
      <dsp:txXfrm>
        <a:off x="1471612" y="906085"/>
        <a:ext cx="1428749" cy="906085"/>
      </dsp:txXfrm>
    </dsp:sp>
    <dsp:sp modelId="{2B907CC2-7C95-4563-A80D-710756134346}">
      <dsp:nvSpPr>
        <dsp:cNvPr id="0" name=""/>
        <dsp:cNvSpPr/>
      </dsp:nvSpPr>
      <dsp:spPr>
        <a:xfrm>
          <a:off x="1808829" y="135912"/>
          <a:ext cx="754315" cy="75431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t="-22000" b="-2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6A5E3-8E1E-498D-BEB9-9B18615C80CC}">
      <dsp:nvSpPr>
        <dsp:cNvPr id="0" name=""/>
        <dsp:cNvSpPr/>
      </dsp:nvSpPr>
      <dsp:spPr>
        <a:xfrm>
          <a:off x="2943224" y="0"/>
          <a:ext cx="1428749" cy="2265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AYUSH RAJ</a:t>
          </a:r>
        </a:p>
      </dsp:txBody>
      <dsp:txXfrm>
        <a:off x="2943224" y="906085"/>
        <a:ext cx="1428749" cy="906085"/>
      </dsp:txXfrm>
    </dsp:sp>
    <dsp:sp modelId="{91F0B5C6-57DC-40F7-AACA-B5A1FE7813C3}">
      <dsp:nvSpPr>
        <dsp:cNvPr id="0" name=""/>
        <dsp:cNvSpPr/>
      </dsp:nvSpPr>
      <dsp:spPr>
        <a:xfrm>
          <a:off x="3280442" y="135912"/>
          <a:ext cx="754315" cy="754315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116A2E-617E-4F20-9BCA-E085D0D44B16}">
      <dsp:nvSpPr>
        <dsp:cNvPr id="0" name=""/>
        <dsp:cNvSpPr/>
      </dsp:nvSpPr>
      <dsp:spPr>
        <a:xfrm>
          <a:off x="4414837" y="0"/>
          <a:ext cx="1428749" cy="2265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KRISHIKA KUMARI</a:t>
          </a:r>
        </a:p>
      </dsp:txBody>
      <dsp:txXfrm>
        <a:off x="4414837" y="906085"/>
        <a:ext cx="1428749" cy="906085"/>
      </dsp:txXfrm>
    </dsp:sp>
    <dsp:sp modelId="{C3DE33F8-E45A-4D52-9118-58EA3FFE2D1B}">
      <dsp:nvSpPr>
        <dsp:cNvPr id="0" name=""/>
        <dsp:cNvSpPr/>
      </dsp:nvSpPr>
      <dsp:spPr>
        <a:xfrm>
          <a:off x="4752054" y="135912"/>
          <a:ext cx="754315" cy="754315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t="-11000" b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9ED96-8272-4173-8191-B0348D2C93F7}">
      <dsp:nvSpPr>
        <dsp:cNvPr id="0" name=""/>
        <dsp:cNvSpPr/>
      </dsp:nvSpPr>
      <dsp:spPr>
        <a:xfrm>
          <a:off x="5886449" y="0"/>
          <a:ext cx="1428749" cy="2265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TUSHAR VARMA</a:t>
          </a:r>
        </a:p>
      </dsp:txBody>
      <dsp:txXfrm>
        <a:off x="5886449" y="906085"/>
        <a:ext cx="1428749" cy="906085"/>
      </dsp:txXfrm>
    </dsp:sp>
    <dsp:sp modelId="{66B64101-4E88-476F-B01C-7719B6432FC7}">
      <dsp:nvSpPr>
        <dsp:cNvPr id="0" name=""/>
        <dsp:cNvSpPr/>
      </dsp:nvSpPr>
      <dsp:spPr>
        <a:xfrm>
          <a:off x="6223667" y="135912"/>
          <a:ext cx="754315" cy="754315"/>
        </a:xfrm>
        <a:prstGeom prst="ellipse">
          <a:avLst/>
        </a:prstGeom>
        <a:blipFill>
          <a:blip xmlns:r="http://schemas.openxmlformats.org/officeDocument/2006/relationships" r:embed="rId6"/>
          <a:srcRect/>
          <a:stretch>
            <a:fillRect t="-10000" b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D3BE5-0A7F-460A-98AD-92E9E17302DD}">
      <dsp:nvSpPr>
        <dsp:cNvPr id="0" name=""/>
        <dsp:cNvSpPr/>
      </dsp:nvSpPr>
      <dsp:spPr>
        <a:xfrm>
          <a:off x="292608" y="1812170"/>
          <a:ext cx="6729984" cy="339781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0C8B2-BDC0-44D1-A2B0-0C88D3495FA9}">
      <dsp:nvSpPr>
        <dsp:cNvPr id="0" name=""/>
        <dsp:cNvSpPr/>
      </dsp:nvSpPr>
      <dsp:spPr>
        <a:xfrm>
          <a:off x="3585158" y="1390"/>
          <a:ext cx="5355656" cy="1463421"/>
        </a:xfrm>
        <a:prstGeom prst="chevron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chemeClr val="bg1">
                  <a:lumMod val="95000"/>
                </a:schemeClr>
              </a:solidFill>
            </a:rPr>
            <a:t>Review 1</a:t>
          </a:r>
          <a:r>
            <a:rPr lang="en-IN" sz="2400" kern="1200" dirty="0">
              <a:solidFill>
                <a:schemeClr val="bg1">
                  <a:lumMod val="95000"/>
                </a:schemeClr>
              </a:solidFill>
            </a:rPr>
            <a:t>:  (Slides 3-22)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Project  Initialization, Database Setup, User Management Templates and Validation.</a:t>
          </a:r>
        </a:p>
      </dsp:txBody>
      <dsp:txXfrm>
        <a:off x="4316869" y="1390"/>
        <a:ext cx="3892235" cy="1463421"/>
      </dsp:txXfrm>
    </dsp:sp>
    <dsp:sp modelId="{A84598FC-0FED-4A92-A9BE-2048D2136B34}">
      <dsp:nvSpPr>
        <dsp:cNvPr id="0" name=""/>
        <dsp:cNvSpPr/>
      </dsp:nvSpPr>
      <dsp:spPr>
        <a:xfrm>
          <a:off x="3492056" y="1491142"/>
          <a:ext cx="5544063" cy="1573869"/>
        </a:xfrm>
        <a:prstGeom prst="chevron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Review 2</a:t>
          </a:r>
          <a:r>
            <a:rPr lang="en-IN" sz="2400" kern="1200" dirty="0"/>
            <a:t>: (Slides 23-34)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</a:t>
          </a:r>
          <a:r>
            <a:rPr lang="en-IN" sz="1600" kern="1200" dirty="0" err="1"/>
            <a:t>Implementataion</a:t>
          </a:r>
          <a:r>
            <a:rPr lang="en-IN" sz="1600" kern="1200" dirty="0"/>
            <a:t> of Core Features and Project Documentation</a:t>
          </a:r>
        </a:p>
      </dsp:txBody>
      <dsp:txXfrm>
        <a:off x="4278991" y="1491142"/>
        <a:ext cx="3970194" cy="15738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A62A95-2D34-4A29-A5EA-196EAC0476E1}">
      <dsp:nvSpPr>
        <dsp:cNvPr id="0" name=""/>
        <dsp:cNvSpPr/>
      </dsp:nvSpPr>
      <dsp:spPr>
        <a:xfrm>
          <a:off x="0" y="4567"/>
          <a:ext cx="7239000" cy="575639"/>
        </a:xfrm>
        <a:prstGeom prst="roundRect">
          <a:avLst/>
        </a:prstGeom>
        <a:solidFill>
          <a:schemeClr val="bg2">
            <a:lumMod val="2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       CAB Management System: Project Review Index</a:t>
          </a:r>
        </a:p>
      </dsp:txBody>
      <dsp:txXfrm>
        <a:off x="28100" y="32667"/>
        <a:ext cx="7182800" cy="5194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E9FBC4-8295-498F-BEC2-CA5F2EA40CFE}">
      <dsp:nvSpPr>
        <dsp:cNvPr id="0" name=""/>
        <dsp:cNvSpPr/>
      </dsp:nvSpPr>
      <dsp:spPr>
        <a:xfrm>
          <a:off x="316199" y="492"/>
          <a:ext cx="3330000" cy="100675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CAB MANAGEMENT SYSTEM</a:t>
          </a:r>
        </a:p>
      </dsp:txBody>
      <dsp:txXfrm>
        <a:off x="316199" y="492"/>
        <a:ext cx="3330000" cy="10067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E3F414-78BA-4921-AC07-57241923B482}">
      <dsp:nvSpPr>
        <dsp:cNvPr id="0" name=""/>
        <dsp:cNvSpPr/>
      </dsp:nvSpPr>
      <dsp:spPr>
        <a:xfrm>
          <a:off x="0" y="0"/>
          <a:ext cx="5791200" cy="1295400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000" kern="1200" dirty="0"/>
            <a:t>REVIEW-2</a:t>
          </a:r>
        </a:p>
      </dsp:txBody>
      <dsp:txXfrm>
        <a:off x="1287780" y="0"/>
        <a:ext cx="4503420" cy="1295400"/>
      </dsp:txXfrm>
    </dsp:sp>
    <dsp:sp modelId="{C724C066-CB90-43B4-8D80-DF7824F77FED}">
      <dsp:nvSpPr>
        <dsp:cNvPr id="0" name=""/>
        <dsp:cNvSpPr/>
      </dsp:nvSpPr>
      <dsp:spPr>
        <a:xfrm>
          <a:off x="128022" y="152401"/>
          <a:ext cx="1158240" cy="10363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28000" r="-2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08152-74F7-4712-8362-FA557CC4964F}">
      <dsp:nvSpPr>
        <dsp:cNvPr id="0" name=""/>
        <dsp:cNvSpPr/>
      </dsp:nvSpPr>
      <dsp:spPr>
        <a:xfrm>
          <a:off x="0" y="4567"/>
          <a:ext cx="2590800" cy="575639"/>
        </a:xfrm>
        <a:prstGeom prst="roundRect">
          <a:avLst/>
        </a:prstGeom>
        <a:solidFill>
          <a:schemeClr val="tx1">
            <a:lumMod val="75000"/>
            <a:lumOff val="2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     Rubric Points</a:t>
          </a:r>
          <a:endParaRPr lang="en-IN" sz="2400" kern="1200" dirty="0"/>
        </a:p>
      </dsp:txBody>
      <dsp:txXfrm>
        <a:off x="28100" y="32667"/>
        <a:ext cx="2534600" cy="5194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AD496-75EF-40BE-A0F6-8CEFC8EF7B54}">
      <dsp:nvSpPr>
        <dsp:cNvPr id="0" name=""/>
        <dsp:cNvSpPr/>
      </dsp:nvSpPr>
      <dsp:spPr>
        <a:xfrm>
          <a:off x="0" y="0"/>
          <a:ext cx="6090046" cy="584774"/>
        </a:xfrm>
        <a:prstGeom prst="homePlate">
          <a:avLst/>
        </a:prstGeom>
        <a:solidFill>
          <a:schemeClr val="accent2">
            <a:lumMod val="5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40005" bIns="8001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dirty="0"/>
            <a:t>Core Feature Implementation </a:t>
          </a:r>
          <a:endParaRPr lang="en-IN" sz="3000" kern="1200" dirty="0"/>
        </a:p>
      </dsp:txBody>
      <dsp:txXfrm>
        <a:off x="0" y="0"/>
        <a:ext cx="5943853" cy="5847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D6FCD-7D61-4E3A-A485-3A881224C528}">
      <dsp:nvSpPr>
        <dsp:cNvPr id="0" name=""/>
        <dsp:cNvSpPr/>
      </dsp:nvSpPr>
      <dsp:spPr>
        <a:xfrm>
          <a:off x="0" y="3"/>
          <a:ext cx="4572000" cy="623610"/>
        </a:xfrm>
        <a:prstGeom prst="roundRect">
          <a:avLst/>
        </a:prstGeom>
        <a:solidFill>
          <a:schemeClr val="accent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/>
            <a:t>   Error Handling &amp; Robustness </a:t>
          </a:r>
          <a:endParaRPr lang="en-IN" sz="2600" kern="1200" dirty="0"/>
        </a:p>
      </dsp:txBody>
      <dsp:txXfrm>
        <a:off x="30442" y="30445"/>
        <a:ext cx="4511116" cy="5627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C14A35-DF32-4251-80D9-FC447A7897CF}">
      <dsp:nvSpPr>
        <dsp:cNvPr id="0" name=""/>
        <dsp:cNvSpPr/>
      </dsp:nvSpPr>
      <dsp:spPr>
        <a:xfrm>
          <a:off x="0" y="0"/>
          <a:ext cx="5105400" cy="575639"/>
        </a:xfrm>
        <a:prstGeom prst="roundRect">
          <a:avLst/>
        </a:prstGeom>
        <a:solidFill>
          <a:schemeClr val="accent6">
            <a:lumMod val="50000"/>
          </a:schemeClr>
        </a:solidFill>
        <a:ln>
          <a:solidFill>
            <a:schemeClr val="accent1">
              <a:lumMod val="40000"/>
              <a:lumOff val="60000"/>
            </a:schemeClr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         Integration of Components </a:t>
          </a:r>
          <a:endParaRPr lang="en-IN" sz="2400" kern="1200" dirty="0"/>
        </a:p>
      </dsp:txBody>
      <dsp:txXfrm>
        <a:off x="28100" y="28100"/>
        <a:ext cx="5049200" cy="51943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CE483-E790-4EF0-A912-9E1413786A5E}">
      <dsp:nvSpPr>
        <dsp:cNvPr id="0" name=""/>
        <dsp:cNvSpPr/>
      </dsp:nvSpPr>
      <dsp:spPr>
        <a:xfrm>
          <a:off x="0" y="0"/>
          <a:ext cx="5334000" cy="575639"/>
        </a:xfrm>
        <a:prstGeom prst="roundRect">
          <a:avLst/>
        </a:prstGeom>
        <a:solidFill>
          <a:schemeClr val="accent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        Event Handling &amp; Processing </a:t>
          </a:r>
          <a:endParaRPr lang="en-IN" sz="2400" kern="1200" dirty="0"/>
        </a:p>
      </dsp:txBody>
      <dsp:txXfrm>
        <a:off x="28100" y="28100"/>
        <a:ext cx="5277800" cy="51943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01F6E-A93E-4598-87F3-B96C1FA63DC3}">
      <dsp:nvSpPr>
        <dsp:cNvPr id="0" name=""/>
        <dsp:cNvSpPr/>
      </dsp:nvSpPr>
      <dsp:spPr>
        <a:xfrm>
          <a:off x="0" y="4567"/>
          <a:ext cx="2743200" cy="575639"/>
        </a:xfrm>
        <a:prstGeom prst="roundRect">
          <a:avLst/>
        </a:prstGeom>
        <a:solidFill>
          <a:schemeClr val="bg2">
            <a:lumMod val="2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    Data Validation</a:t>
          </a:r>
          <a:endParaRPr lang="en-IN" sz="2400" kern="1200" dirty="0"/>
        </a:p>
      </dsp:txBody>
      <dsp:txXfrm>
        <a:off x="28100" y="32667"/>
        <a:ext cx="2687000" cy="51943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645C0-A86A-4F99-A2AF-861005FFFE8F}">
      <dsp:nvSpPr>
        <dsp:cNvPr id="0" name=""/>
        <dsp:cNvSpPr/>
      </dsp:nvSpPr>
      <dsp:spPr>
        <a:xfrm>
          <a:off x="0" y="4567"/>
          <a:ext cx="5105400" cy="575639"/>
        </a:xfrm>
        <a:prstGeom prst="roundRect">
          <a:avLst/>
        </a:prstGeom>
        <a:solidFill>
          <a:schemeClr val="accent6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         Code Quality &amp; Innovation</a:t>
          </a:r>
          <a:endParaRPr lang="en-IN" sz="2400" kern="1200" dirty="0"/>
        </a:p>
      </dsp:txBody>
      <dsp:txXfrm>
        <a:off x="28100" y="32667"/>
        <a:ext cx="5049200" cy="51943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39D96-072D-41D8-82A4-282D5B1A0BCB}">
      <dsp:nvSpPr>
        <dsp:cNvPr id="0" name=""/>
        <dsp:cNvSpPr/>
      </dsp:nvSpPr>
      <dsp:spPr>
        <a:xfrm>
          <a:off x="1394798" y="9232"/>
          <a:ext cx="3077803" cy="7435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Design &amp; Delivery Tips</a:t>
          </a:r>
        </a:p>
      </dsp:txBody>
      <dsp:txXfrm>
        <a:off x="1431094" y="45528"/>
        <a:ext cx="3005211" cy="67094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5FDFA-FF52-4B84-B7F8-E5521D981F50}">
      <dsp:nvSpPr>
        <dsp:cNvPr id="0" name=""/>
        <dsp:cNvSpPr/>
      </dsp:nvSpPr>
      <dsp:spPr>
        <a:xfrm>
          <a:off x="834389" y="0"/>
          <a:ext cx="9456420" cy="502919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51AAA-C2AD-4501-8330-50994E0BD6A8}">
      <dsp:nvSpPr>
        <dsp:cNvPr id="0" name=""/>
        <dsp:cNvSpPr/>
      </dsp:nvSpPr>
      <dsp:spPr>
        <a:xfrm>
          <a:off x="441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Consistent Theme</a:t>
          </a:r>
          <a:r>
            <a:rPr lang="en-US" sz="1400" b="0" i="0" kern="1200" baseline="0"/>
            <a:t>: Pick a 2-color palette + 1 accent; use the same fonts throughout (e.g., Calibri or Roboto).</a:t>
          </a:r>
          <a:endParaRPr lang="en-IN" sz="1400" kern="1200"/>
        </a:p>
      </dsp:txBody>
      <dsp:txXfrm>
        <a:off x="65476" y="1573794"/>
        <a:ext cx="1202183" cy="1881610"/>
      </dsp:txXfrm>
    </dsp:sp>
    <dsp:sp modelId="{F8CA2A13-7E3C-4622-A9E3-F5A8ACD65F87}">
      <dsp:nvSpPr>
        <dsp:cNvPr id="0" name=""/>
        <dsp:cNvSpPr/>
      </dsp:nvSpPr>
      <dsp:spPr>
        <a:xfrm>
          <a:off x="1399307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High-Quality Images</a:t>
          </a:r>
          <a:r>
            <a:rPr lang="en-US" sz="1400" b="0" i="0" kern="1200" baseline="0"/>
            <a:t>: Export your UI screenshots at 1920×1080 and crop tightly.</a:t>
          </a:r>
          <a:endParaRPr lang="en-IN" sz="1400" kern="1200"/>
        </a:p>
      </dsp:txBody>
      <dsp:txXfrm>
        <a:off x="1464342" y="1573794"/>
        <a:ext cx="1202183" cy="1881610"/>
      </dsp:txXfrm>
    </dsp:sp>
    <dsp:sp modelId="{B7349215-7262-4B76-AEBB-D052736D757F}">
      <dsp:nvSpPr>
        <dsp:cNvPr id="0" name=""/>
        <dsp:cNvSpPr/>
      </dsp:nvSpPr>
      <dsp:spPr>
        <a:xfrm>
          <a:off x="2798173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Engagement</a:t>
          </a:r>
          <a:r>
            <a:rPr lang="en-US" sz="1400" b="0" i="0" kern="1200" baseline="0"/>
            <a:t>:</a:t>
          </a:r>
          <a:endParaRPr lang="en-IN" sz="1400" kern="1200"/>
        </a:p>
      </dsp:txBody>
      <dsp:txXfrm>
        <a:off x="2863208" y="1573794"/>
        <a:ext cx="1202183" cy="1881610"/>
      </dsp:txXfrm>
    </dsp:sp>
    <dsp:sp modelId="{D30E0865-F611-4DAB-8DBB-1AA860F645FD}">
      <dsp:nvSpPr>
        <dsp:cNvPr id="0" name=""/>
        <dsp:cNvSpPr/>
      </dsp:nvSpPr>
      <dsp:spPr>
        <a:xfrm>
          <a:off x="4197040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Embed brief demo videos (5–10 sec).</a:t>
          </a:r>
          <a:endParaRPr lang="en-IN" sz="1400" kern="1200"/>
        </a:p>
      </dsp:txBody>
      <dsp:txXfrm>
        <a:off x="4262075" y="1573794"/>
        <a:ext cx="1202183" cy="1881610"/>
      </dsp:txXfrm>
    </dsp:sp>
    <dsp:sp modelId="{A8E408F2-4507-4AD2-8DC2-8988EEFD811A}">
      <dsp:nvSpPr>
        <dsp:cNvPr id="0" name=""/>
        <dsp:cNvSpPr/>
      </dsp:nvSpPr>
      <dsp:spPr>
        <a:xfrm>
          <a:off x="5595906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 simple animations (Fly In for bullets).</a:t>
          </a:r>
          <a:endParaRPr lang="en-IN" sz="1400" kern="1200"/>
        </a:p>
      </dsp:txBody>
      <dsp:txXfrm>
        <a:off x="5660941" y="1573794"/>
        <a:ext cx="1202183" cy="1881610"/>
      </dsp:txXfrm>
    </dsp:sp>
    <dsp:sp modelId="{4D779458-A0B0-4C3A-8836-C05323185266}">
      <dsp:nvSpPr>
        <dsp:cNvPr id="0" name=""/>
        <dsp:cNvSpPr/>
      </dsp:nvSpPr>
      <dsp:spPr>
        <a:xfrm>
          <a:off x="6994772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Clarity</a:t>
          </a:r>
          <a:r>
            <a:rPr lang="en-US" sz="1400" b="0" i="0" kern="1200" baseline="0"/>
            <a:t>: Keep ≤ 6 bullets per slide; use large fonts (≥ 24 pt).</a:t>
          </a:r>
          <a:endParaRPr lang="en-IN" sz="1400" kern="1200"/>
        </a:p>
      </dsp:txBody>
      <dsp:txXfrm>
        <a:off x="7059807" y="1573794"/>
        <a:ext cx="1202183" cy="1881610"/>
      </dsp:txXfrm>
    </dsp:sp>
    <dsp:sp modelId="{B5D28491-2DB9-4F97-B8FB-B3FA0FDE797B}">
      <dsp:nvSpPr>
        <dsp:cNvPr id="0" name=""/>
        <dsp:cNvSpPr/>
      </dsp:nvSpPr>
      <dsp:spPr>
        <a:xfrm>
          <a:off x="8393638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Icons &amp; Diagrams</a:t>
          </a:r>
          <a:r>
            <a:rPr lang="en-US" sz="1400" b="0" i="0" kern="1200" baseline="0"/>
            <a:t>: Leverage built-in PowerPoint icons or free sets (e.g., Material Icons).</a:t>
          </a:r>
          <a:endParaRPr lang="en-IN" sz="1400" kern="1200"/>
        </a:p>
      </dsp:txBody>
      <dsp:txXfrm>
        <a:off x="8458673" y="1573794"/>
        <a:ext cx="1202183" cy="1881610"/>
      </dsp:txXfrm>
    </dsp:sp>
    <dsp:sp modelId="{BE86C3B2-04A9-49AF-8DB1-B9E9D7EB6945}">
      <dsp:nvSpPr>
        <dsp:cNvPr id="0" name=""/>
        <dsp:cNvSpPr/>
      </dsp:nvSpPr>
      <dsp:spPr>
        <a:xfrm>
          <a:off x="9792505" y="1508759"/>
          <a:ext cx="1332253" cy="2011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Practice Transitions</a:t>
          </a:r>
          <a:r>
            <a:rPr lang="en-US" sz="1400" b="0" i="0" kern="1200" baseline="0"/>
            <a:t>: Smooth “Morph” or “Fade” between sections to maintain flow.</a:t>
          </a:r>
          <a:endParaRPr lang="en-IN" sz="1400" kern="1200"/>
        </a:p>
      </dsp:txBody>
      <dsp:txXfrm>
        <a:off x="9857540" y="1573794"/>
        <a:ext cx="1202183" cy="188161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7A0E6-44DD-4F7A-916C-E3D68920A8BB}">
      <dsp:nvSpPr>
        <dsp:cNvPr id="0" name=""/>
        <dsp:cNvSpPr/>
      </dsp:nvSpPr>
      <dsp:spPr>
        <a:xfrm>
          <a:off x="0" y="0"/>
          <a:ext cx="4038600" cy="575639"/>
        </a:xfrm>
        <a:prstGeom prst="roundRect">
          <a:avLst/>
        </a:prstGeom>
        <a:solidFill>
          <a:schemeClr val="accent2">
            <a:lumMod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     Project Documentation </a:t>
          </a:r>
          <a:endParaRPr lang="en-IN" sz="2400" kern="1200" dirty="0"/>
        </a:p>
      </dsp:txBody>
      <dsp:txXfrm>
        <a:off x="28100" y="28100"/>
        <a:ext cx="3982400" cy="51943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06E24-1CCD-4EB7-85DD-7D84F40F57D7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56B7F-CCF4-4329-A495-8224948E6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42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56B7F-CCF4-4329-A495-8224948E60E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6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1523"/>
            <a:ext cx="2851404" cy="685952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756"/>
            <a:ext cx="1592580" cy="508000"/>
          </a:xfrm>
          <a:custGeom>
            <a:avLst/>
            <a:gdLst/>
            <a:ahLst/>
            <a:cxnLst/>
            <a:rect l="l" t="t" r="r" b="b"/>
            <a:pathLst>
              <a:path w="1592580" h="508000">
                <a:moveTo>
                  <a:pt x="0" y="0"/>
                </a:moveTo>
                <a:lnTo>
                  <a:pt x="0" y="503948"/>
                </a:lnTo>
                <a:lnTo>
                  <a:pt x="1245844" y="507491"/>
                </a:lnTo>
                <a:lnTo>
                  <a:pt x="1346200" y="507491"/>
                </a:lnTo>
                <a:lnTo>
                  <a:pt x="1350899" y="502665"/>
                </a:lnTo>
                <a:lnTo>
                  <a:pt x="1354328" y="499617"/>
                </a:lnTo>
                <a:lnTo>
                  <a:pt x="1584960" y="268858"/>
                </a:lnTo>
                <a:lnTo>
                  <a:pt x="1590246" y="261714"/>
                </a:lnTo>
                <a:lnTo>
                  <a:pt x="1592008" y="254571"/>
                </a:lnTo>
                <a:lnTo>
                  <a:pt x="1590246" y="247427"/>
                </a:lnTo>
                <a:lnTo>
                  <a:pt x="1584960" y="240283"/>
                </a:lnTo>
                <a:lnTo>
                  <a:pt x="1355852" y="11302"/>
                </a:lnTo>
                <a:lnTo>
                  <a:pt x="1350899" y="11302"/>
                </a:lnTo>
                <a:lnTo>
                  <a:pt x="1350899" y="6476"/>
                </a:lnTo>
                <a:lnTo>
                  <a:pt x="1346200" y="6476"/>
                </a:lnTo>
                <a:lnTo>
                  <a:pt x="1341374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6348" y="0"/>
            <a:ext cx="6099302" cy="70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2671" y="1961845"/>
            <a:ext cx="7350125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hyperlink" Target="https://www.pexels.com/photo/asphalt-auto-automobile-brand-244206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image" Target="../media/image46.jp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13" Type="http://schemas.microsoft.com/office/2007/relationships/diagramDrawing" Target="../diagrams/drawing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11" Type="http://schemas.openxmlformats.org/officeDocument/2006/relationships/diagramQuickStyle" Target="../diagrams/quickStyle10.xml"/><Relationship Id="rId5" Type="http://schemas.openxmlformats.org/officeDocument/2006/relationships/diagramQuickStyle" Target="../diagrams/quickStyle9.xml"/><Relationship Id="rId10" Type="http://schemas.openxmlformats.org/officeDocument/2006/relationships/diagramLayout" Target="../diagrams/layout10.xml"/><Relationship Id="rId4" Type="http://schemas.openxmlformats.org/officeDocument/2006/relationships/diagramLayout" Target="../diagrams/layout9.xml"/><Relationship Id="rId9" Type="http://schemas.openxmlformats.org/officeDocument/2006/relationships/diagramData" Target="../diagrams/data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48.jp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49.jp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50.jp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5052" y="88392"/>
            <a:ext cx="4367784" cy="8519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21479" y="1328927"/>
            <a:ext cx="3615054" cy="828040"/>
            <a:chOff x="4221479" y="1328927"/>
            <a:chExt cx="3615054" cy="828040"/>
          </a:xfrm>
        </p:grpSpPr>
        <p:sp>
          <p:nvSpPr>
            <p:cNvPr id="4" name="object 4"/>
            <p:cNvSpPr/>
            <p:nvPr/>
          </p:nvSpPr>
          <p:spPr>
            <a:xfrm>
              <a:off x="4229099" y="1336547"/>
              <a:ext cx="3599815" cy="399415"/>
            </a:xfrm>
            <a:custGeom>
              <a:avLst/>
              <a:gdLst/>
              <a:ahLst/>
              <a:cxnLst/>
              <a:rect l="l" t="t" r="r" b="b"/>
              <a:pathLst>
                <a:path w="3599815" h="399414">
                  <a:moveTo>
                    <a:pt x="3533140" y="0"/>
                  </a:moveTo>
                  <a:lnTo>
                    <a:pt x="66548" y="0"/>
                  </a:lnTo>
                  <a:lnTo>
                    <a:pt x="40665" y="5236"/>
                  </a:lnTo>
                  <a:lnTo>
                    <a:pt x="19510" y="19510"/>
                  </a:lnTo>
                  <a:lnTo>
                    <a:pt x="5236" y="40665"/>
                  </a:lnTo>
                  <a:lnTo>
                    <a:pt x="0" y="66548"/>
                  </a:lnTo>
                  <a:lnTo>
                    <a:pt x="0" y="332739"/>
                  </a:lnTo>
                  <a:lnTo>
                    <a:pt x="5236" y="358622"/>
                  </a:lnTo>
                  <a:lnTo>
                    <a:pt x="19510" y="379777"/>
                  </a:lnTo>
                  <a:lnTo>
                    <a:pt x="40665" y="394051"/>
                  </a:lnTo>
                  <a:lnTo>
                    <a:pt x="66548" y="399288"/>
                  </a:lnTo>
                  <a:lnTo>
                    <a:pt x="3533140" y="399288"/>
                  </a:lnTo>
                  <a:lnTo>
                    <a:pt x="3559022" y="394051"/>
                  </a:lnTo>
                  <a:lnTo>
                    <a:pt x="3580177" y="379777"/>
                  </a:lnTo>
                  <a:lnTo>
                    <a:pt x="3594451" y="358622"/>
                  </a:lnTo>
                  <a:lnTo>
                    <a:pt x="3599688" y="332739"/>
                  </a:lnTo>
                  <a:lnTo>
                    <a:pt x="3599688" y="66548"/>
                  </a:lnTo>
                  <a:lnTo>
                    <a:pt x="3594451" y="40665"/>
                  </a:lnTo>
                  <a:lnTo>
                    <a:pt x="3580177" y="19510"/>
                  </a:lnTo>
                  <a:lnTo>
                    <a:pt x="3559022" y="5236"/>
                  </a:lnTo>
                  <a:lnTo>
                    <a:pt x="3533140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29099" y="1336547"/>
              <a:ext cx="3599815" cy="399415"/>
            </a:xfrm>
            <a:custGeom>
              <a:avLst/>
              <a:gdLst/>
              <a:ahLst/>
              <a:cxnLst/>
              <a:rect l="l" t="t" r="r" b="b"/>
              <a:pathLst>
                <a:path w="3599815" h="399414">
                  <a:moveTo>
                    <a:pt x="0" y="66548"/>
                  </a:moveTo>
                  <a:lnTo>
                    <a:pt x="5236" y="40665"/>
                  </a:lnTo>
                  <a:lnTo>
                    <a:pt x="19510" y="19510"/>
                  </a:lnTo>
                  <a:lnTo>
                    <a:pt x="40665" y="5236"/>
                  </a:lnTo>
                  <a:lnTo>
                    <a:pt x="66548" y="0"/>
                  </a:lnTo>
                  <a:lnTo>
                    <a:pt x="3533140" y="0"/>
                  </a:lnTo>
                  <a:lnTo>
                    <a:pt x="3559022" y="5236"/>
                  </a:lnTo>
                  <a:lnTo>
                    <a:pt x="3580177" y="19510"/>
                  </a:lnTo>
                  <a:lnTo>
                    <a:pt x="3594451" y="40665"/>
                  </a:lnTo>
                  <a:lnTo>
                    <a:pt x="3599688" y="66548"/>
                  </a:lnTo>
                  <a:lnTo>
                    <a:pt x="3599688" y="332739"/>
                  </a:lnTo>
                  <a:lnTo>
                    <a:pt x="3594451" y="358622"/>
                  </a:lnTo>
                  <a:lnTo>
                    <a:pt x="3580177" y="379777"/>
                  </a:lnTo>
                  <a:lnTo>
                    <a:pt x="3559022" y="394051"/>
                  </a:lnTo>
                  <a:lnTo>
                    <a:pt x="3533140" y="399288"/>
                  </a:lnTo>
                  <a:lnTo>
                    <a:pt x="66548" y="399288"/>
                  </a:lnTo>
                  <a:lnTo>
                    <a:pt x="40665" y="394051"/>
                  </a:lnTo>
                  <a:lnTo>
                    <a:pt x="19510" y="379777"/>
                  </a:lnTo>
                  <a:lnTo>
                    <a:pt x="5236" y="358622"/>
                  </a:lnTo>
                  <a:lnTo>
                    <a:pt x="0" y="332739"/>
                  </a:lnTo>
                  <a:lnTo>
                    <a:pt x="0" y="6654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29099" y="1749551"/>
              <a:ext cx="3599815" cy="399415"/>
            </a:xfrm>
            <a:custGeom>
              <a:avLst/>
              <a:gdLst/>
              <a:ahLst/>
              <a:cxnLst/>
              <a:rect l="l" t="t" r="r" b="b"/>
              <a:pathLst>
                <a:path w="3599815" h="399414">
                  <a:moveTo>
                    <a:pt x="3533140" y="0"/>
                  </a:moveTo>
                  <a:lnTo>
                    <a:pt x="66548" y="0"/>
                  </a:lnTo>
                  <a:lnTo>
                    <a:pt x="40665" y="5236"/>
                  </a:lnTo>
                  <a:lnTo>
                    <a:pt x="19510" y="19510"/>
                  </a:lnTo>
                  <a:lnTo>
                    <a:pt x="5236" y="40665"/>
                  </a:lnTo>
                  <a:lnTo>
                    <a:pt x="0" y="66548"/>
                  </a:lnTo>
                  <a:lnTo>
                    <a:pt x="0" y="332739"/>
                  </a:lnTo>
                  <a:lnTo>
                    <a:pt x="5236" y="358622"/>
                  </a:lnTo>
                  <a:lnTo>
                    <a:pt x="19510" y="379777"/>
                  </a:lnTo>
                  <a:lnTo>
                    <a:pt x="40665" y="394051"/>
                  </a:lnTo>
                  <a:lnTo>
                    <a:pt x="66548" y="399288"/>
                  </a:lnTo>
                  <a:lnTo>
                    <a:pt x="3533140" y="399288"/>
                  </a:lnTo>
                  <a:lnTo>
                    <a:pt x="3559022" y="394051"/>
                  </a:lnTo>
                  <a:lnTo>
                    <a:pt x="3580177" y="379777"/>
                  </a:lnTo>
                  <a:lnTo>
                    <a:pt x="3594451" y="358622"/>
                  </a:lnTo>
                  <a:lnTo>
                    <a:pt x="3599688" y="332739"/>
                  </a:lnTo>
                  <a:lnTo>
                    <a:pt x="3599688" y="66548"/>
                  </a:lnTo>
                  <a:lnTo>
                    <a:pt x="3594451" y="40665"/>
                  </a:lnTo>
                  <a:lnTo>
                    <a:pt x="3580177" y="19510"/>
                  </a:lnTo>
                  <a:lnTo>
                    <a:pt x="3559022" y="5236"/>
                  </a:lnTo>
                  <a:lnTo>
                    <a:pt x="3533140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29099" y="1749551"/>
              <a:ext cx="3599815" cy="399415"/>
            </a:xfrm>
            <a:custGeom>
              <a:avLst/>
              <a:gdLst/>
              <a:ahLst/>
              <a:cxnLst/>
              <a:rect l="l" t="t" r="r" b="b"/>
              <a:pathLst>
                <a:path w="3599815" h="399414">
                  <a:moveTo>
                    <a:pt x="0" y="66548"/>
                  </a:moveTo>
                  <a:lnTo>
                    <a:pt x="5236" y="40665"/>
                  </a:lnTo>
                  <a:lnTo>
                    <a:pt x="19510" y="19510"/>
                  </a:lnTo>
                  <a:lnTo>
                    <a:pt x="40665" y="5236"/>
                  </a:lnTo>
                  <a:lnTo>
                    <a:pt x="66548" y="0"/>
                  </a:lnTo>
                  <a:lnTo>
                    <a:pt x="3533140" y="0"/>
                  </a:lnTo>
                  <a:lnTo>
                    <a:pt x="3559022" y="5236"/>
                  </a:lnTo>
                  <a:lnTo>
                    <a:pt x="3580177" y="19510"/>
                  </a:lnTo>
                  <a:lnTo>
                    <a:pt x="3594451" y="40665"/>
                  </a:lnTo>
                  <a:lnTo>
                    <a:pt x="3599688" y="66548"/>
                  </a:lnTo>
                  <a:lnTo>
                    <a:pt x="3599688" y="332739"/>
                  </a:lnTo>
                  <a:lnTo>
                    <a:pt x="3594451" y="358622"/>
                  </a:lnTo>
                  <a:lnTo>
                    <a:pt x="3580177" y="379777"/>
                  </a:lnTo>
                  <a:lnTo>
                    <a:pt x="3559022" y="394051"/>
                  </a:lnTo>
                  <a:lnTo>
                    <a:pt x="3533140" y="399288"/>
                  </a:lnTo>
                  <a:lnTo>
                    <a:pt x="66548" y="399288"/>
                  </a:lnTo>
                  <a:lnTo>
                    <a:pt x="40665" y="394051"/>
                  </a:lnTo>
                  <a:lnTo>
                    <a:pt x="19510" y="379777"/>
                  </a:lnTo>
                  <a:lnTo>
                    <a:pt x="5236" y="358622"/>
                  </a:lnTo>
                  <a:lnTo>
                    <a:pt x="0" y="332739"/>
                  </a:lnTo>
                  <a:lnTo>
                    <a:pt x="0" y="6654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739385" y="1353057"/>
            <a:ext cx="2312035" cy="70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OOPS</a:t>
            </a:r>
            <a:r>
              <a:rPr sz="20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30" dirty="0">
                <a:solidFill>
                  <a:srgbClr val="FFFFFF"/>
                </a:solidFill>
                <a:latin typeface="Tahoma"/>
                <a:cs typeface="Tahoma"/>
              </a:rPr>
              <a:t>JAVA</a:t>
            </a:r>
            <a:endParaRPr sz="2000">
              <a:latin typeface="Tahoma"/>
              <a:cs typeface="Tahoma"/>
            </a:endParaRPr>
          </a:p>
          <a:p>
            <a:pPr marL="59690">
              <a:lnSpc>
                <a:spcPct val="100000"/>
              </a:lnSpc>
              <a:spcBef>
                <a:spcPts val="1260"/>
              </a:spcBef>
            </a:pPr>
            <a:r>
              <a:rPr sz="1400" b="1" spc="-10" dirty="0">
                <a:solidFill>
                  <a:srgbClr val="FFFFFF"/>
                </a:solidFill>
                <a:latin typeface="Tahoma"/>
                <a:cs typeface="Tahoma"/>
              </a:rPr>
              <a:t>Course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70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r>
              <a:rPr sz="14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95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35" dirty="0">
                <a:solidFill>
                  <a:srgbClr val="FFFFFF"/>
                </a:solidFill>
                <a:latin typeface="Tahoma"/>
                <a:cs typeface="Tahoma"/>
              </a:rPr>
              <a:t>R1UC201C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3525139" y="2376627"/>
            <a:ext cx="49263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0" dirty="0">
                <a:solidFill>
                  <a:srgbClr val="7B230C"/>
                </a:solidFill>
                <a:latin typeface="Times New Roman"/>
                <a:cs typeface="Times New Roman"/>
              </a:rPr>
              <a:t>COURSE</a:t>
            </a:r>
            <a:r>
              <a:rPr sz="3200" b="1" spc="-260" dirty="0">
                <a:solidFill>
                  <a:srgbClr val="7B230C"/>
                </a:solidFill>
                <a:latin typeface="Times New Roman"/>
                <a:cs typeface="Times New Roman"/>
              </a:rPr>
              <a:t> </a:t>
            </a:r>
            <a:r>
              <a:rPr sz="3200" b="1" spc="-65" dirty="0">
                <a:solidFill>
                  <a:srgbClr val="7B230C"/>
                </a:solidFill>
                <a:latin typeface="Times New Roman"/>
                <a:cs typeface="Times New Roman"/>
              </a:rPr>
              <a:t>BASED</a:t>
            </a:r>
            <a:r>
              <a:rPr sz="3200" b="1" spc="-85" dirty="0">
                <a:solidFill>
                  <a:srgbClr val="7B230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7B230C"/>
                </a:solidFill>
                <a:latin typeface="Times New Roman"/>
                <a:cs typeface="Times New Roman"/>
              </a:rPr>
              <a:t>PROJECT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20468" y="3005327"/>
            <a:ext cx="7627619" cy="1007744"/>
            <a:chOff x="2220468" y="3005327"/>
            <a:chExt cx="7627619" cy="1007744"/>
          </a:xfrm>
        </p:grpSpPr>
        <p:sp>
          <p:nvSpPr>
            <p:cNvPr id="32" name="object 32"/>
            <p:cNvSpPr/>
            <p:nvPr/>
          </p:nvSpPr>
          <p:spPr>
            <a:xfrm>
              <a:off x="2243328" y="3005327"/>
              <a:ext cx="7604759" cy="1007744"/>
            </a:xfrm>
            <a:custGeom>
              <a:avLst/>
              <a:gdLst/>
              <a:ahLst/>
              <a:cxnLst/>
              <a:rect l="l" t="t" r="r" b="b"/>
              <a:pathLst>
                <a:path w="7604759" h="1007745">
                  <a:moveTo>
                    <a:pt x="7604760" y="0"/>
                  </a:moveTo>
                  <a:lnTo>
                    <a:pt x="503682" y="0"/>
                  </a:lnTo>
                  <a:lnTo>
                    <a:pt x="0" y="503682"/>
                  </a:lnTo>
                  <a:lnTo>
                    <a:pt x="503682" y="1007364"/>
                  </a:lnTo>
                  <a:lnTo>
                    <a:pt x="7604760" y="1007364"/>
                  </a:lnTo>
                  <a:lnTo>
                    <a:pt x="7604760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43328" y="3005327"/>
              <a:ext cx="7604759" cy="1007744"/>
            </a:xfrm>
            <a:custGeom>
              <a:avLst/>
              <a:gdLst/>
              <a:ahLst/>
              <a:cxnLst/>
              <a:rect l="l" t="t" r="r" b="b"/>
              <a:pathLst>
                <a:path w="7604759" h="1007745">
                  <a:moveTo>
                    <a:pt x="7604760" y="1007364"/>
                  </a:moveTo>
                  <a:lnTo>
                    <a:pt x="503682" y="1007364"/>
                  </a:lnTo>
                  <a:lnTo>
                    <a:pt x="0" y="503682"/>
                  </a:lnTo>
                  <a:lnTo>
                    <a:pt x="503682" y="0"/>
                  </a:lnTo>
                  <a:lnTo>
                    <a:pt x="7604760" y="0"/>
                  </a:lnTo>
                  <a:lnTo>
                    <a:pt x="7604760" y="1007364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20468" y="3005327"/>
              <a:ext cx="1007744" cy="1007744"/>
            </a:xfrm>
            <a:custGeom>
              <a:avLst/>
              <a:gdLst/>
              <a:ahLst/>
              <a:cxnLst/>
              <a:rect l="l" t="t" r="r" b="b"/>
              <a:pathLst>
                <a:path w="1007744" h="1007745">
                  <a:moveTo>
                    <a:pt x="0" y="503682"/>
                  </a:moveTo>
                  <a:lnTo>
                    <a:pt x="2306" y="455181"/>
                  </a:lnTo>
                  <a:lnTo>
                    <a:pt x="9083" y="407983"/>
                  </a:lnTo>
                  <a:lnTo>
                    <a:pt x="20121" y="362299"/>
                  </a:lnTo>
                  <a:lnTo>
                    <a:pt x="35208" y="318340"/>
                  </a:lnTo>
                  <a:lnTo>
                    <a:pt x="54133" y="276318"/>
                  </a:lnTo>
                  <a:lnTo>
                    <a:pt x="76684" y="236444"/>
                  </a:lnTo>
                  <a:lnTo>
                    <a:pt x="102651" y="198929"/>
                  </a:lnTo>
                  <a:lnTo>
                    <a:pt x="131821" y="163984"/>
                  </a:lnTo>
                  <a:lnTo>
                    <a:pt x="163984" y="131821"/>
                  </a:lnTo>
                  <a:lnTo>
                    <a:pt x="198929" y="102651"/>
                  </a:lnTo>
                  <a:lnTo>
                    <a:pt x="236444" y="76684"/>
                  </a:lnTo>
                  <a:lnTo>
                    <a:pt x="276318" y="54133"/>
                  </a:lnTo>
                  <a:lnTo>
                    <a:pt x="318340" y="35208"/>
                  </a:lnTo>
                  <a:lnTo>
                    <a:pt x="362299" y="20121"/>
                  </a:lnTo>
                  <a:lnTo>
                    <a:pt x="407983" y="9083"/>
                  </a:lnTo>
                  <a:lnTo>
                    <a:pt x="455181" y="2306"/>
                  </a:lnTo>
                  <a:lnTo>
                    <a:pt x="503681" y="0"/>
                  </a:lnTo>
                  <a:lnTo>
                    <a:pt x="552182" y="2306"/>
                  </a:lnTo>
                  <a:lnTo>
                    <a:pt x="599380" y="9083"/>
                  </a:lnTo>
                  <a:lnTo>
                    <a:pt x="645064" y="20121"/>
                  </a:lnTo>
                  <a:lnTo>
                    <a:pt x="689023" y="35208"/>
                  </a:lnTo>
                  <a:lnTo>
                    <a:pt x="731045" y="54133"/>
                  </a:lnTo>
                  <a:lnTo>
                    <a:pt x="770919" y="76684"/>
                  </a:lnTo>
                  <a:lnTo>
                    <a:pt x="808434" y="102651"/>
                  </a:lnTo>
                  <a:lnTo>
                    <a:pt x="843379" y="131821"/>
                  </a:lnTo>
                  <a:lnTo>
                    <a:pt x="875542" y="163984"/>
                  </a:lnTo>
                  <a:lnTo>
                    <a:pt x="904712" y="198929"/>
                  </a:lnTo>
                  <a:lnTo>
                    <a:pt x="930679" y="236444"/>
                  </a:lnTo>
                  <a:lnTo>
                    <a:pt x="953230" y="276318"/>
                  </a:lnTo>
                  <a:lnTo>
                    <a:pt x="972155" y="318340"/>
                  </a:lnTo>
                  <a:lnTo>
                    <a:pt x="987242" y="362299"/>
                  </a:lnTo>
                  <a:lnTo>
                    <a:pt x="998280" y="407983"/>
                  </a:lnTo>
                  <a:lnTo>
                    <a:pt x="1005057" y="455181"/>
                  </a:lnTo>
                  <a:lnTo>
                    <a:pt x="1007363" y="503682"/>
                  </a:lnTo>
                  <a:lnTo>
                    <a:pt x="1005057" y="552182"/>
                  </a:lnTo>
                  <a:lnTo>
                    <a:pt x="998280" y="599380"/>
                  </a:lnTo>
                  <a:lnTo>
                    <a:pt x="987242" y="645064"/>
                  </a:lnTo>
                  <a:lnTo>
                    <a:pt x="972155" y="689023"/>
                  </a:lnTo>
                  <a:lnTo>
                    <a:pt x="953230" y="731045"/>
                  </a:lnTo>
                  <a:lnTo>
                    <a:pt x="930679" y="770919"/>
                  </a:lnTo>
                  <a:lnTo>
                    <a:pt x="904712" y="808434"/>
                  </a:lnTo>
                  <a:lnTo>
                    <a:pt x="875542" y="843379"/>
                  </a:lnTo>
                  <a:lnTo>
                    <a:pt x="843379" y="875542"/>
                  </a:lnTo>
                  <a:lnTo>
                    <a:pt x="808434" y="904712"/>
                  </a:lnTo>
                  <a:lnTo>
                    <a:pt x="770919" y="930679"/>
                  </a:lnTo>
                  <a:lnTo>
                    <a:pt x="731045" y="953230"/>
                  </a:lnTo>
                  <a:lnTo>
                    <a:pt x="689023" y="972155"/>
                  </a:lnTo>
                  <a:lnTo>
                    <a:pt x="645064" y="987242"/>
                  </a:lnTo>
                  <a:lnTo>
                    <a:pt x="599380" y="998280"/>
                  </a:lnTo>
                  <a:lnTo>
                    <a:pt x="552182" y="1005057"/>
                  </a:lnTo>
                  <a:lnTo>
                    <a:pt x="503681" y="1007364"/>
                  </a:lnTo>
                  <a:lnTo>
                    <a:pt x="455181" y="1005057"/>
                  </a:lnTo>
                  <a:lnTo>
                    <a:pt x="407983" y="998280"/>
                  </a:lnTo>
                  <a:lnTo>
                    <a:pt x="362299" y="987242"/>
                  </a:lnTo>
                  <a:lnTo>
                    <a:pt x="318340" y="972155"/>
                  </a:lnTo>
                  <a:lnTo>
                    <a:pt x="276318" y="953230"/>
                  </a:lnTo>
                  <a:lnTo>
                    <a:pt x="236444" y="930679"/>
                  </a:lnTo>
                  <a:lnTo>
                    <a:pt x="198929" y="904712"/>
                  </a:lnTo>
                  <a:lnTo>
                    <a:pt x="163984" y="875542"/>
                  </a:lnTo>
                  <a:lnTo>
                    <a:pt x="131821" y="843379"/>
                  </a:lnTo>
                  <a:lnTo>
                    <a:pt x="102651" y="808434"/>
                  </a:lnTo>
                  <a:lnTo>
                    <a:pt x="76684" y="770919"/>
                  </a:lnTo>
                  <a:lnTo>
                    <a:pt x="54133" y="731045"/>
                  </a:lnTo>
                  <a:lnTo>
                    <a:pt x="35208" y="689023"/>
                  </a:lnTo>
                  <a:lnTo>
                    <a:pt x="20121" y="645064"/>
                  </a:lnTo>
                  <a:lnTo>
                    <a:pt x="9083" y="599380"/>
                  </a:lnTo>
                  <a:lnTo>
                    <a:pt x="2306" y="552182"/>
                  </a:lnTo>
                  <a:lnTo>
                    <a:pt x="0" y="503682"/>
                  </a:lnTo>
                  <a:close/>
                </a:path>
              </a:pathLst>
            </a:custGeom>
            <a:ln w="15240">
              <a:solidFill>
                <a:srgbClr val="7B23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235577" y="2959100"/>
            <a:ext cx="4231640" cy="15452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77470" algn="ctr">
              <a:lnSpc>
                <a:spcPct val="100000"/>
              </a:lnSpc>
              <a:spcBef>
                <a:spcPts val="890"/>
              </a:spcBef>
            </a:pPr>
            <a:r>
              <a:rPr sz="2400" b="1" spc="-41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lang="en-IN" sz="2400" b="1" spc="-41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41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lang="en-IN" sz="2400" b="1" spc="-41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41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lang="en-IN" sz="2400" b="1" spc="-41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41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lang="en-IN" sz="2400" b="1" spc="-41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2400" b="1" spc="-415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lang="en-IN" sz="2400" b="1" spc="-415" dirty="0">
              <a:solidFill>
                <a:srgbClr val="FFFFFF"/>
              </a:solidFill>
              <a:latin typeface="Tahoma"/>
              <a:cs typeface="Tahoma"/>
            </a:endParaRPr>
          </a:p>
          <a:p>
            <a:pPr marR="77470" algn="l">
              <a:lnSpc>
                <a:spcPct val="100000"/>
              </a:lnSpc>
              <a:spcBef>
                <a:spcPts val="890"/>
              </a:spcBef>
            </a:pPr>
            <a:r>
              <a:rPr lang="en-IN" sz="2400" b="1" u="sng" spc="-415" dirty="0">
                <a:solidFill>
                  <a:srgbClr val="FFFFFF"/>
                </a:solidFill>
                <a:latin typeface="Arial Rounded MT Bold" panose="020F0704030504030204" pitchFamily="34" charset="0"/>
                <a:cs typeface="Tahoma"/>
              </a:rPr>
              <a:t>C  A  B       M A N A G  E  M  E  N  T      S  Y  S  T  E  M</a:t>
            </a:r>
            <a:endParaRPr sz="2400" b="1" u="sng" dirty="0">
              <a:latin typeface="Arial Rounded MT Bold" panose="020F0704030504030204" pitchFamily="34" charset="0"/>
              <a:cs typeface="Tahoma"/>
            </a:endParaRPr>
          </a:p>
          <a:p>
            <a:pPr marL="1106170">
              <a:lnSpc>
                <a:spcPct val="100000"/>
              </a:lnSpc>
              <a:spcBef>
                <a:spcPts val="2145"/>
              </a:spcBef>
            </a:pPr>
            <a:r>
              <a:rPr sz="2000" b="1" spc="-20" dirty="0">
                <a:solidFill>
                  <a:srgbClr val="7B230C"/>
                </a:solidFill>
                <a:latin typeface="Corbel"/>
                <a:cs typeface="Corbel"/>
              </a:rPr>
              <a:t>Sem-</a:t>
            </a:r>
            <a:r>
              <a:rPr sz="2000" b="1" dirty="0">
                <a:solidFill>
                  <a:srgbClr val="7B230C"/>
                </a:solidFill>
                <a:latin typeface="Corbel"/>
                <a:cs typeface="Corbel"/>
              </a:rPr>
              <a:t>II</a:t>
            </a:r>
            <a:r>
              <a:rPr sz="2000" b="1" spc="-45" dirty="0">
                <a:solidFill>
                  <a:srgbClr val="7B230C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7B230C"/>
                </a:solidFill>
                <a:latin typeface="Corbel"/>
                <a:cs typeface="Corbel"/>
              </a:rPr>
              <a:t>(Session</a:t>
            </a:r>
            <a:r>
              <a:rPr sz="2000" b="1" spc="-25" dirty="0">
                <a:solidFill>
                  <a:srgbClr val="7B230C"/>
                </a:solidFill>
                <a:latin typeface="Corbel"/>
                <a:cs typeface="Corbel"/>
              </a:rPr>
              <a:t> </a:t>
            </a:r>
            <a:r>
              <a:rPr sz="2000" b="1" dirty="0">
                <a:solidFill>
                  <a:srgbClr val="7B230C"/>
                </a:solidFill>
                <a:latin typeface="Corbel"/>
                <a:cs typeface="Corbel"/>
              </a:rPr>
              <a:t>– </a:t>
            </a:r>
            <a:r>
              <a:rPr sz="2000" b="1" spc="-50" dirty="0">
                <a:solidFill>
                  <a:srgbClr val="7B230C"/>
                </a:solidFill>
                <a:latin typeface="Corbel"/>
                <a:cs typeface="Corbel"/>
              </a:rPr>
              <a:t>2024-</a:t>
            </a:r>
            <a:r>
              <a:rPr sz="2000" b="1" spc="-25" dirty="0">
                <a:solidFill>
                  <a:srgbClr val="7B230C"/>
                </a:solidFill>
                <a:latin typeface="Corbel"/>
                <a:cs typeface="Corbel"/>
              </a:rPr>
              <a:t>25)</a:t>
            </a:r>
            <a:endParaRPr sz="2000" dirty="0">
              <a:latin typeface="Corbel"/>
              <a:cs typeface="Corbel"/>
            </a:endParaRPr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8462A056-444D-2C8A-10D8-4FA3AF7D79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2979961"/>
              </p:ext>
            </p:extLst>
          </p:nvPr>
        </p:nvGraphicFramePr>
        <p:xfrm>
          <a:off x="3352800" y="4504394"/>
          <a:ext cx="7315200" cy="226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CF884CA-34DD-2E42-A66F-0825623088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flipH="1">
            <a:off x="2338833" y="3118638"/>
            <a:ext cx="1345787" cy="757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96195D6-EA98-E66F-DDB9-665F0B46F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883086"/>
              </p:ext>
            </p:extLst>
          </p:nvPr>
        </p:nvGraphicFramePr>
        <p:xfrm>
          <a:off x="0" y="2590800"/>
          <a:ext cx="10972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ED3F948-ABA5-A0FB-553A-10DE66904F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5326777"/>
              </p:ext>
            </p:extLst>
          </p:nvPr>
        </p:nvGraphicFramePr>
        <p:xfrm>
          <a:off x="3200400" y="457200"/>
          <a:ext cx="72390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5340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74591" y="-7620"/>
            <a:ext cx="4921250" cy="826135"/>
            <a:chOff x="3974591" y="-7620"/>
            <a:chExt cx="4921250" cy="826135"/>
          </a:xfrm>
        </p:grpSpPr>
        <p:sp>
          <p:nvSpPr>
            <p:cNvPr id="3" name="object 3"/>
            <p:cNvSpPr/>
            <p:nvPr/>
          </p:nvSpPr>
          <p:spPr>
            <a:xfrm>
              <a:off x="3982211" y="0"/>
              <a:ext cx="4906010" cy="810895"/>
            </a:xfrm>
            <a:custGeom>
              <a:avLst/>
              <a:gdLst/>
              <a:ahLst/>
              <a:cxnLst/>
              <a:rect l="l" t="t" r="r" b="b"/>
              <a:pathLst>
                <a:path w="4906009" h="810895">
                  <a:moveTo>
                    <a:pt x="4798216" y="0"/>
                  </a:moveTo>
                  <a:lnTo>
                    <a:pt x="107539" y="0"/>
                  </a:lnTo>
                  <a:lnTo>
                    <a:pt x="92935" y="2355"/>
                  </a:lnTo>
                  <a:lnTo>
                    <a:pt x="55632" y="21644"/>
                  </a:lnTo>
                  <a:lnTo>
                    <a:pt x="26216" y="51060"/>
                  </a:lnTo>
                  <a:lnTo>
                    <a:pt x="6927" y="88363"/>
                  </a:lnTo>
                  <a:lnTo>
                    <a:pt x="0" y="131318"/>
                  </a:lnTo>
                  <a:lnTo>
                    <a:pt x="0" y="674877"/>
                  </a:lnTo>
                  <a:lnTo>
                    <a:pt x="6927" y="717832"/>
                  </a:lnTo>
                  <a:lnTo>
                    <a:pt x="26216" y="755135"/>
                  </a:lnTo>
                  <a:lnTo>
                    <a:pt x="55632" y="784551"/>
                  </a:lnTo>
                  <a:lnTo>
                    <a:pt x="92935" y="803840"/>
                  </a:lnTo>
                  <a:lnTo>
                    <a:pt x="135889" y="810767"/>
                  </a:lnTo>
                  <a:lnTo>
                    <a:pt x="4769866" y="810767"/>
                  </a:lnTo>
                  <a:lnTo>
                    <a:pt x="4812820" y="803840"/>
                  </a:lnTo>
                  <a:lnTo>
                    <a:pt x="4850123" y="784551"/>
                  </a:lnTo>
                  <a:lnTo>
                    <a:pt x="4879539" y="755135"/>
                  </a:lnTo>
                  <a:lnTo>
                    <a:pt x="4898828" y="717832"/>
                  </a:lnTo>
                  <a:lnTo>
                    <a:pt x="4905756" y="674877"/>
                  </a:lnTo>
                  <a:lnTo>
                    <a:pt x="4905756" y="131318"/>
                  </a:lnTo>
                  <a:lnTo>
                    <a:pt x="4898828" y="88363"/>
                  </a:lnTo>
                  <a:lnTo>
                    <a:pt x="4879539" y="51060"/>
                  </a:lnTo>
                  <a:lnTo>
                    <a:pt x="4850123" y="21644"/>
                  </a:lnTo>
                  <a:lnTo>
                    <a:pt x="4812820" y="2355"/>
                  </a:lnTo>
                  <a:lnTo>
                    <a:pt x="4798216" y="0"/>
                  </a:lnTo>
                  <a:close/>
                </a:path>
              </a:pathLst>
            </a:custGeom>
            <a:solidFill>
              <a:srgbClr val="3A3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82211" y="0"/>
              <a:ext cx="4906010" cy="810895"/>
            </a:xfrm>
            <a:custGeom>
              <a:avLst/>
              <a:gdLst/>
              <a:ahLst/>
              <a:cxnLst/>
              <a:rect l="l" t="t" r="r" b="b"/>
              <a:pathLst>
                <a:path w="4906009" h="810895">
                  <a:moveTo>
                    <a:pt x="4798216" y="0"/>
                  </a:moveTo>
                  <a:lnTo>
                    <a:pt x="4850123" y="21644"/>
                  </a:lnTo>
                  <a:lnTo>
                    <a:pt x="4879539" y="51060"/>
                  </a:lnTo>
                  <a:lnTo>
                    <a:pt x="4898828" y="88363"/>
                  </a:lnTo>
                  <a:lnTo>
                    <a:pt x="4905756" y="131318"/>
                  </a:lnTo>
                  <a:lnTo>
                    <a:pt x="4905756" y="674877"/>
                  </a:lnTo>
                  <a:lnTo>
                    <a:pt x="4898828" y="717832"/>
                  </a:lnTo>
                  <a:lnTo>
                    <a:pt x="4879539" y="755135"/>
                  </a:lnTo>
                  <a:lnTo>
                    <a:pt x="4850123" y="784551"/>
                  </a:lnTo>
                  <a:lnTo>
                    <a:pt x="4812820" y="803840"/>
                  </a:lnTo>
                  <a:lnTo>
                    <a:pt x="4769866" y="810767"/>
                  </a:lnTo>
                  <a:lnTo>
                    <a:pt x="135889" y="810767"/>
                  </a:lnTo>
                  <a:lnTo>
                    <a:pt x="92935" y="803840"/>
                  </a:lnTo>
                  <a:lnTo>
                    <a:pt x="55632" y="784551"/>
                  </a:lnTo>
                  <a:lnTo>
                    <a:pt x="26216" y="755135"/>
                  </a:lnTo>
                  <a:lnTo>
                    <a:pt x="6927" y="717832"/>
                  </a:lnTo>
                  <a:lnTo>
                    <a:pt x="0" y="674877"/>
                  </a:lnTo>
                  <a:lnTo>
                    <a:pt x="0" y="131318"/>
                  </a:lnTo>
                  <a:lnTo>
                    <a:pt x="6927" y="88363"/>
                  </a:lnTo>
                  <a:lnTo>
                    <a:pt x="26216" y="51060"/>
                  </a:lnTo>
                  <a:lnTo>
                    <a:pt x="55632" y="21644"/>
                  </a:lnTo>
                  <a:lnTo>
                    <a:pt x="92935" y="2355"/>
                  </a:lnTo>
                  <a:lnTo>
                    <a:pt x="107539" y="0"/>
                  </a:lnTo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1703070">
              <a:lnSpc>
                <a:spcPct val="100000"/>
              </a:lnSpc>
              <a:spcBef>
                <a:spcPts val="95"/>
              </a:spcBef>
            </a:pPr>
            <a:r>
              <a:rPr sz="3400" spc="-204" dirty="0"/>
              <a:t>INTRODUCTION</a:t>
            </a:r>
            <a:endParaRPr sz="3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8AB65-1227-A18E-7BBE-9F0D3DD04ECE}"/>
              </a:ext>
            </a:extLst>
          </p:cNvPr>
          <p:cNvSpPr txBox="1"/>
          <p:nvPr/>
        </p:nvSpPr>
        <p:spPr>
          <a:xfrm>
            <a:off x="1295400" y="1371600"/>
            <a:ext cx="60943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 dirty="0">
                <a:latin typeface="Aptos" panose="020B0004020202020204" pitchFamily="34" charset="0"/>
              </a:rPr>
              <a:t>Java-based desktop application for cab booking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Aptos" panose="020B0004020202020204" pitchFamily="34" charset="0"/>
              </a:rPr>
              <a:t>Built using Swing GUI and MySQL database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Aptos" panose="020B0004020202020204" pitchFamily="34" charset="0"/>
              </a:rPr>
              <a:t>Allows user registration, login, and cab booking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Aptos" panose="020B0004020202020204" pitchFamily="34" charset="0"/>
              </a:rPr>
              <a:t>Supports payment processing and booking history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Aptos" panose="020B0004020202020204" pitchFamily="34" charset="0"/>
              </a:rPr>
              <a:t>Simple, user-friendly interface for easy navigation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BE9AD3-9DDA-0676-083B-C116439D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214234"/>
            <a:ext cx="3088800" cy="47159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13759" y="-6095"/>
            <a:ext cx="5486400" cy="782320"/>
            <a:chOff x="3413759" y="-6095"/>
            <a:chExt cx="5486400" cy="782320"/>
          </a:xfrm>
        </p:grpSpPr>
        <p:sp>
          <p:nvSpPr>
            <p:cNvPr id="3" name="object 3"/>
            <p:cNvSpPr/>
            <p:nvPr/>
          </p:nvSpPr>
          <p:spPr>
            <a:xfrm>
              <a:off x="3421379" y="1524"/>
              <a:ext cx="5471160" cy="767080"/>
            </a:xfrm>
            <a:custGeom>
              <a:avLst/>
              <a:gdLst/>
              <a:ahLst/>
              <a:cxnLst/>
              <a:rect l="l" t="t" r="r" b="b"/>
              <a:pathLst>
                <a:path w="5471159" h="767080">
                  <a:moveTo>
                    <a:pt x="5343398" y="0"/>
                  </a:moveTo>
                  <a:lnTo>
                    <a:pt x="127762" y="0"/>
                  </a:lnTo>
                  <a:lnTo>
                    <a:pt x="78009" y="10032"/>
                  </a:lnTo>
                  <a:lnTo>
                    <a:pt x="37401" y="37401"/>
                  </a:lnTo>
                  <a:lnTo>
                    <a:pt x="10033" y="78009"/>
                  </a:lnTo>
                  <a:lnTo>
                    <a:pt x="0" y="127761"/>
                  </a:lnTo>
                  <a:lnTo>
                    <a:pt x="0" y="638810"/>
                  </a:lnTo>
                  <a:lnTo>
                    <a:pt x="10033" y="688562"/>
                  </a:lnTo>
                  <a:lnTo>
                    <a:pt x="37401" y="729170"/>
                  </a:lnTo>
                  <a:lnTo>
                    <a:pt x="78009" y="756538"/>
                  </a:lnTo>
                  <a:lnTo>
                    <a:pt x="127762" y="766572"/>
                  </a:lnTo>
                  <a:lnTo>
                    <a:pt x="5343398" y="766572"/>
                  </a:lnTo>
                  <a:lnTo>
                    <a:pt x="5393150" y="756538"/>
                  </a:lnTo>
                  <a:lnTo>
                    <a:pt x="5433758" y="729170"/>
                  </a:lnTo>
                  <a:lnTo>
                    <a:pt x="5461127" y="688562"/>
                  </a:lnTo>
                  <a:lnTo>
                    <a:pt x="5471160" y="638810"/>
                  </a:lnTo>
                  <a:lnTo>
                    <a:pt x="5471160" y="127761"/>
                  </a:lnTo>
                  <a:lnTo>
                    <a:pt x="5461127" y="78009"/>
                  </a:lnTo>
                  <a:lnTo>
                    <a:pt x="5433758" y="37401"/>
                  </a:lnTo>
                  <a:lnTo>
                    <a:pt x="5393150" y="10032"/>
                  </a:lnTo>
                  <a:lnTo>
                    <a:pt x="5343398" y="0"/>
                  </a:lnTo>
                  <a:close/>
                </a:path>
              </a:pathLst>
            </a:custGeom>
            <a:solidFill>
              <a:srgbClr val="1A1F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21379" y="1524"/>
              <a:ext cx="5471160" cy="767080"/>
            </a:xfrm>
            <a:custGeom>
              <a:avLst/>
              <a:gdLst/>
              <a:ahLst/>
              <a:cxnLst/>
              <a:rect l="l" t="t" r="r" b="b"/>
              <a:pathLst>
                <a:path w="5471159" h="767080">
                  <a:moveTo>
                    <a:pt x="0" y="127761"/>
                  </a:moveTo>
                  <a:lnTo>
                    <a:pt x="10033" y="78009"/>
                  </a:lnTo>
                  <a:lnTo>
                    <a:pt x="37401" y="37401"/>
                  </a:lnTo>
                  <a:lnTo>
                    <a:pt x="78009" y="10032"/>
                  </a:lnTo>
                  <a:lnTo>
                    <a:pt x="127762" y="0"/>
                  </a:lnTo>
                  <a:lnTo>
                    <a:pt x="5343398" y="0"/>
                  </a:lnTo>
                  <a:lnTo>
                    <a:pt x="5393150" y="10032"/>
                  </a:lnTo>
                  <a:lnTo>
                    <a:pt x="5433758" y="37401"/>
                  </a:lnTo>
                  <a:lnTo>
                    <a:pt x="5461127" y="78009"/>
                  </a:lnTo>
                  <a:lnTo>
                    <a:pt x="5471160" y="127761"/>
                  </a:lnTo>
                  <a:lnTo>
                    <a:pt x="5471160" y="638810"/>
                  </a:lnTo>
                  <a:lnTo>
                    <a:pt x="5461127" y="688562"/>
                  </a:lnTo>
                  <a:lnTo>
                    <a:pt x="5433758" y="729170"/>
                  </a:lnTo>
                  <a:lnTo>
                    <a:pt x="5393150" y="756538"/>
                  </a:lnTo>
                  <a:lnTo>
                    <a:pt x="5343398" y="766572"/>
                  </a:lnTo>
                  <a:lnTo>
                    <a:pt x="127762" y="766572"/>
                  </a:lnTo>
                  <a:lnTo>
                    <a:pt x="78009" y="756538"/>
                  </a:lnTo>
                  <a:lnTo>
                    <a:pt x="37401" y="729170"/>
                  </a:lnTo>
                  <a:lnTo>
                    <a:pt x="10033" y="688562"/>
                  </a:lnTo>
                  <a:lnTo>
                    <a:pt x="0" y="638810"/>
                  </a:lnTo>
                  <a:lnTo>
                    <a:pt x="0" y="12776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411" rIns="0" bIns="0" rtlCol="0">
            <a:spAutoFit/>
          </a:bodyPr>
          <a:lstStyle/>
          <a:p>
            <a:pPr marL="984250">
              <a:lnSpc>
                <a:spcPct val="100000"/>
              </a:lnSpc>
              <a:spcBef>
                <a:spcPts val="100"/>
              </a:spcBef>
            </a:pPr>
            <a:r>
              <a:rPr sz="3200" spc="-135" dirty="0"/>
              <a:t>PROBLEM</a:t>
            </a:r>
            <a:r>
              <a:rPr sz="3200" spc="-220" dirty="0"/>
              <a:t> </a:t>
            </a:r>
            <a:r>
              <a:rPr sz="3200" spc="-320" dirty="0"/>
              <a:t>STATEMENT</a:t>
            </a:r>
            <a:endParaRPr sz="3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C2550-D587-4F20-6069-44B4F79FB10D}"/>
              </a:ext>
            </a:extLst>
          </p:cNvPr>
          <p:cNvSpPr txBox="1"/>
          <p:nvPr/>
        </p:nvSpPr>
        <p:spPr>
          <a:xfrm>
            <a:off x="1828800" y="916388"/>
            <a:ext cx="609432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>
                <a:latin typeface="Aptos" panose="020B0004020202020204" pitchFamily="34" charset="0"/>
              </a:rPr>
              <a:t>Manual Operations Are Inefficient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Traditional cab booking methods (calls or manual logs) are time-consuming and prone to human error.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ptos" panose="020B0004020202020204" pitchFamily="34" charset="0"/>
              </a:rPr>
              <a:t>Customer Inconvenience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Lack of instant booking, availability info, or booking history leads to poor customer experience and delays.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ptos" panose="020B0004020202020204" pitchFamily="34" charset="0"/>
              </a:rPr>
              <a:t>Driver &amp; Admin Challenges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Managing bookings, schedules, and customer data manually can cause confusion, double bookings, and data mismanagement.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ptos" panose="020B0004020202020204" pitchFamily="34" charset="0"/>
              </a:rPr>
              <a:t>Need for Automation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A digital Cab Management System is required to automate booking, tracking, and payment processes for speed and accuracy.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ptos" panose="020B0004020202020204" pitchFamily="34" charset="0"/>
              </a:rPr>
              <a:t>Benefits of Digital Solution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Enhances user experience, improves booking efficiency, ensures secure payments, and reduces human error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A8005-998C-3289-BBC5-C3708840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1244110"/>
            <a:ext cx="2667000" cy="4352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4340" y="-7620"/>
            <a:ext cx="3703320" cy="713740"/>
            <a:chOff x="4244340" y="-7620"/>
            <a:chExt cx="3703320" cy="713740"/>
          </a:xfrm>
        </p:grpSpPr>
        <p:sp>
          <p:nvSpPr>
            <p:cNvPr id="3" name="object 3"/>
            <p:cNvSpPr/>
            <p:nvPr/>
          </p:nvSpPr>
          <p:spPr>
            <a:xfrm>
              <a:off x="4251960" y="0"/>
              <a:ext cx="3688079" cy="698500"/>
            </a:xfrm>
            <a:custGeom>
              <a:avLst/>
              <a:gdLst/>
              <a:ahLst/>
              <a:cxnLst/>
              <a:rect l="l" t="t" r="r" b="b"/>
              <a:pathLst>
                <a:path w="3688079" h="698500">
                  <a:moveTo>
                    <a:pt x="3672588" y="0"/>
                  </a:moveTo>
                  <a:lnTo>
                    <a:pt x="15491" y="0"/>
                  </a:lnTo>
                  <a:lnTo>
                    <a:pt x="10054" y="8066"/>
                  </a:lnTo>
                  <a:lnTo>
                    <a:pt x="0" y="57911"/>
                  </a:lnTo>
                  <a:lnTo>
                    <a:pt x="0" y="569976"/>
                  </a:lnTo>
                  <a:lnTo>
                    <a:pt x="10054" y="619821"/>
                  </a:lnTo>
                  <a:lnTo>
                    <a:pt x="37480" y="660511"/>
                  </a:lnTo>
                  <a:lnTo>
                    <a:pt x="78170" y="687937"/>
                  </a:lnTo>
                  <a:lnTo>
                    <a:pt x="128015" y="697991"/>
                  </a:lnTo>
                  <a:lnTo>
                    <a:pt x="3560064" y="697991"/>
                  </a:lnTo>
                  <a:lnTo>
                    <a:pt x="3609909" y="687937"/>
                  </a:lnTo>
                  <a:lnTo>
                    <a:pt x="3650599" y="660511"/>
                  </a:lnTo>
                  <a:lnTo>
                    <a:pt x="3678025" y="619821"/>
                  </a:lnTo>
                  <a:lnTo>
                    <a:pt x="3688080" y="569976"/>
                  </a:lnTo>
                  <a:lnTo>
                    <a:pt x="3688080" y="57911"/>
                  </a:lnTo>
                  <a:lnTo>
                    <a:pt x="3678025" y="8066"/>
                  </a:lnTo>
                  <a:lnTo>
                    <a:pt x="3672588" y="0"/>
                  </a:lnTo>
                  <a:close/>
                </a:path>
              </a:pathLst>
            </a:custGeom>
            <a:solidFill>
              <a:srgbClr val="A65F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1960" y="0"/>
              <a:ext cx="3688079" cy="698500"/>
            </a:xfrm>
            <a:custGeom>
              <a:avLst/>
              <a:gdLst/>
              <a:ahLst/>
              <a:cxnLst/>
              <a:rect l="l" t="t" r="r" b="b"/>
              <a:pathLst>
                <a:path w="3688079" h="698500">
                  <a:moveTo>
                    <a:pt x="3672588" y="0"/>
                  </a:moveTo>
                  <a:lnTo>
                    <a:pt x="3678025" y="8066"/>
                  </a:lnTo>
                  <a:lnTo>
                    <a:pt x="3688080" y="57911"/>
                  </a:lnTo>
                  <a:lnTo>
                    <a:pt x="3688080" y="569976"/>
                  </a:lnTo>
                  <a:lnTo>
                    <a:pt x="3678025" y="619821"/>
                  </a:lnTo>
                  <a:lnTo>
                    <a:pt x="3650599" y="660511"/>
                  </a:lnTo>
                  <a:lnTo>
                    <a:pt x="3609909" y="687937"/>
                  </a:lnTo>
                  <a:lnTo>
                    <a:pt x="3560064" y="697991"/>
                  </a:lnTo>
                  <a:lnTo>
                    <a:pt x="128015" y="697991"/>
                  </a:lnTo>
                  <a:lnTo>
                    <a:pt x="78170" y="687937"/>
                  </a:lnTo>
                  <a:lnTo>
                    <a:pt x="37480" y="660511"/>
                  </a:lnTo>
                  <a:lnTo>
                    <a:pt x="10054" y="619821"/>
                  </a:lnTo>
                  <a:lnTo>
                    <a:pt x="0" y="569976"/>
                  </a:lnTo>
                  <a:lnTo>
                    <a:pt x="0" y="57911"/>
                  </a:lnTo>
                  <a:lnTo>
                    <a:pt x="10054" y="8066"/>
                  </a:lnTo>
                  <a:lnTo>
                    <a:pt x="15491" y="0"/>
                  </a:lnTo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54066" y="29667"/>
            <a:ext cx="23285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360" dirty="0">
                <a:latin typeface="Tahoma"/>
                <a:cs typeface="Tahoma"/>
              </a:rPr>
              <a:t>INSTALL</a:t>
            </a:r>
            <a:r>
              <a:rPr sz="3200" b="1" spc="-40" dirty="0">
                <a:latin typeface="Tahoma"/>
                <a:cs typeface="Tahoma"/>
              </a:rPr>
              <a:t> </a:t>
            </a:r>
            <a:r>
              <a:rPr sz="3200" b="1" spc="-110" dirty="0">
                <a:latin typeface="Tahoma"/>
                <a:cs typeface="Tahoma"/>
              </a:rPr>
              <a:t>JDK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4592" y="574548"/>
            <a:ext cx="12027535" cy="6281420"/>
            <a:chOff x="164592" y="574548"/>
            <a:chExt cx="12027535" cy="62814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8047" y="871728"/>
              <a:ext cx="5346954" cy="28064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" y="574548"/>
              <a:ext cx="4705350" cy="31874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6268" y="3569208"/>
              <a:ext cx="5475732" cy="31104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9" y="3710940"/>
              <a:ext cx="5241036" cy="28315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7867" y="3284220"/>
              <a:ext cx="6525006" cy="35714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7664" y="3047"/>
            <a:ext cx="6238240" cy="640080"/>
            <a:chOff x="3407664" y="3047"/>
            <a:chExt cx="6238240" cy="640080"/>
          </a:xfrm>
        </p:grpSpPr>
        <p:sp>
          <p:nvSpPr>
            <p:cNvPr id="3" name="object 3"/>
            <p:cNvSpPr/>
            <p:nvPr/>
          </p:nvSpPr>
          <p:spPr>
            <a:xfrm>
              <a:off x="3415284" y="10668"/>
              <a:ext cx="6223000" cy="624840"/>
            </a:xfrm>
            <a:custGeom>
              <a:avLst/>
              <a:gdLst/>
              <a:ahLst/>
              <a:cxnLst/>
              <a:rect l="l" t="t" r="r" b="b"/>
              <a:pathLst>
                <a:path w="6223000" h="624840">
                  <a:moveTo>
                    <a:pt x="6118351" y="0"/>
                  </a:moveTo>
                  <a:lnTo>
                    <a:pt x="104139" y="0"/>
                  </a:lnTo>
                  <a:lnTo>
                    <a:pt x="63597" y="8181"/>
                  </a:lnTo>
                  <a:lnTo>
                    <a:pt x="30495" y="30495"/>
                  </a:lnTo>
                  <a:lnTo>
                    <a:pt x="8181" y="63597"/>
                  </a:lnTo>
                  <a:lnTo>
                    <a:pt x="0" y="104139"/>
                  </a:lnTo>
                  <a:lnTo>
                    <a:pt x="0" y="520699"/>
                  </a:lnTo>
                  <a:lnTo>
                    <a:pt x="8181" y="561242"/>
                  </a:lnTo>
                  <a:lnTo>
                    <a:pt x="30495" y="594344"/>
                  </a:lnTo>
                  <a:lnTo>
                    <a:pt x="63597" y="616658"/>
                  </a:lnTo>
                  <a:lnTo>
                    <a:pt x="104139" y="624839"/>
                  </a:lnTo>
                  <a:lnTo>
                    <a:pt x="6118351" y="624839"/>
                  </a:lnTo>
                  <a:lnTo>
                    <a:pt x="6158894" y="616658"/>
                  </a:lnTo>
                  <a:lnTo>
                    <a:pt x="6191996" y="594344"/>
                  </a:lnTo>
                  <a:lnTo>
                    <a:pt x="6214310" y="561242"/>
                  </a:lnTo>
                  <a:lnTo>
                    <a:pt x="6222492" y="520699"/>
                  </a:lnTo>
                  <a:lnTo>
                    <a:pt x="6222492" y="104139"/>
                  </a:lnTo>
                  <a:lnTo>
                    <a:pt x="6214310" y="63597"/>
                  </a:lnTo>
                  <a:lnTo>
                    <a:pt x="6191996" y="30495"/>
                  </a:lnTo>
                  <a:lnTo>
                    <a:pt x="6158894" y="8181"/>
                  </a:lnTo>
                  <a:lnTo>
                    <a:pt x="6118351" y="0"/>
                  </a:lnTo>
                  <a:close/>
                </a:path>
              </a:pathLst>
            </a:custGeom>
            <a:solidFill>
              <a:srgbClr val="6E3E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15284" y="10668"/>
              <a:ext cx="6223000" cy="624840"/>
            </a:xfrm>
            <a:custGeom>
              <a:avLst/>
              <a:gdLst/>
              <a:ahLst/>
              <a:cxnLst/>
              <a:rect l="l" t="t" r="r" b="b"/>
              <a:pathLst>
                <a:path w="6223000" h="624840">
                  <a:moveTo>
                    <a:pt x="0" y="104139"/>
                  </a:moveTo>
                  <a:lnTo>
                    <a:pt x="8181" y="63597"/>
                  </a:lnTo>
                  <a:lnTo>
                    <a:pt x="30495" y="30495"/>
                  </a:lnTo>
                  <a:lnTo>
                    <a:pt x="63597" y="8181"/>
                  </a:lnTo>
                  <a:lnTo>
                    <a:pt x="104139" y="0"/>
                  </a:lnTo>
                  <a:lnTo>
                    <a:pt x="6118351" y="0"/>
                  </a:lnTo>
                  <a:lnTo>
                    <a:pt x="6158894" y="8181"/>
                  </a:lnTo>
                  <a:lnTo>
                    <a:pt x="6191996" y="30495"/>
                  </a:lnTo>
                  <a:lnTo>
                    <a:pt x="6214310" y="63597"/>
                  </a:lnTo>
                  <a:lnTo>
                    <a:pt x="6222492" y="104139"/>
                  </a:lnTo>
                  <a:lnTo>
                    <a:pt x="6222492" y="520699"/>
                  </a:lnTo>
                  <a:lnTo>
                    <a:pt x="6214310" y="561242"/>
                  </a:lnTo>
                  <a:lnTo>
                    <a:pt x="6191996" y="594344"/>
                  </a:lnTo>
                  <a:lnTo>
                    <a:pt x="6158894" y="616658"/>
                  </a:lnTo>
                  <a:lnTo>
                    <a:pt x="6118351" y="624839"/>
                  </a:lnTo>
                  <a:lnTo>
                    <a:pt x="104139" y="624839"/>
                  </a:lnTo>
                  <a:lnTo>
                    <a:pt x="63597" y="616658"/>
                  </a:lnTo>
                  <a:lnTo>
                    <a:pt x="30495" y="594344"/>
                  </a:lnTo>
                  <a:lnTo>
                    <a:pt x="8181" y="561242"/>
                  </a:lnTo>
                  <a:lnTo>
                    <a:pt x="0" y="520699"/>
                  </a:lnTo>
                  <a:lnTo>
                    <a:pt x="0" y="104139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472" rIns="0" bIns="0" rtlCol="0">
            <a:spAutoFit/>
          </a:bodyPr>
          <a:lstStyle/>
          <a:p>
            <a:pPr marL="1606550">
              <a:lnSpc>
                <a:spcPct val="100000"/>
              </a:lnSpc>
              <a:spcBef>
                <a:spcPts val="100"/>
              </a:spcBef>
            </a:pPr>
            <a:r>
              <a:rPr sz="2600" b="1" spc="-285" dirty="0">
                <a:latin typeface="Tahoma"/>
                <a:cs typeface="Tahoma"/>
              </a:rPr>
              <a:t>INSTALL</a:t>
            </a:r>
            <a:r>
              <a:rPr sz="2600" b="1" spc="-30" dirty="0">
                <a:latin typeface="Tahoma"/>
                <a:cs typeface="Tahoma"/>
              </a:rPr>
              <a:t> </a:t>
            </a:r>
            <a:r>
              <a:rPr sz="2600" b="1" spc="-220" dirty="0">
                <a:latin typeface="Tahoma"/>
                <a:cs typeface="Tahoma"/>
              </a:rPr>
              <a:t>IDE(NETBEANS)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679704"/>
            <a:ext cx="12192000" cy="6178550"/>
            <a:chOff x="0" y="679704"/>
            <a:chExt cx="12192000" cy="61785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79704"/>
              <a:ext cx="5733288" cy="35859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" y="918972"/>
              <a:ext cx="5446776" cy="31165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815" y="914400"/>
              <a:ext cx="5455920" cy="3126105"/>
            </a:xfrm>
            <a:custGeom>
              <a:avLst/>
              <a:gdLst/>
              <a:ahLst/>
              <a:cxnLst/>
              <a:rect l="l" t="t" r="r" b="b"/>
              <a:pathLst>
                <a:path w="5455920" h="3126104">
                  <a:moveTo>
                    <a:pt x="0" y="3125724"/>
                  </a:moveTo>
                  <a:lnTo>
                    <a:pt x="5455920" y="3125724"/>
                  </a:lnTo>
                  <a:lnTo>
                    <a:pt x="5455920" y="0"/>
                  </a:lnTo>
                  <a:lnTo>
                    <a:pt x="0" y="0"/>
                  </a:lnTo>
                  <a:lnTo>
                    <a:pt x="0" y="3125724"/>
                  </a:lnTo>
                  <a:close/>
                </a:path>
              </a:pathLst>
            </a:custGeom>
            <a:ln w="9144">
              <a:solidFill>
                <a:srgbClr val="7B23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084" y="688848"/>
              <a:ext cx="6566915" cy="35676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5208" y="918972"/>
              <a:ext cx="6280403" cy="31165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8535" y="4190993"/>
              <a:ext cx="4713732" cy="26670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3691" y="4296155"/>
              <a:ext cx="4507992" cy="25618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59607" y="-6095"/>
            <a:ext cx="4596765" cy="782320"/>
            <a:chOff x="2959607" y="-6095"/>
            <a:chExt cx="4596765" cy="782320"/>
          </a:xfrm>
        </p:grpSpPr>
        <p:sp>
          <p:nvSpPr>
            <p:cNvPr id="3" name="object 3"/>
            <p:cNvSpPr/>
            <p:nvPr/>
          </p:nvSpPr>
          <p:spPr>
            <a:xfrm>
              <a:off x="2967227" y="1524"/>
              <a:ext cx="4581525" cy="767080"/>
            </a:xfrm>
            <a:custGeom>
              <a:avLst/>
              <a:gdLst/>
              <a:ahLst/>
              <a:cxnLst/>
              <a:rect l="l" t="t" r="r" b="b"/>
              <a:pathLst>
                <a:path w="4581525" h="767080">
                  <a:moveTo>
                    <a:pt x="4453382" y="0"/>
                  </a:moveTo>
                  <a:lnTo>
                    <a:pt x="127762" y="0"/>
                  </a:lnTo>
                  <a:lnTo>
                    <a:pt x="78009" y="10032"/>
                  </a:lnTo>
                  <a:lnTo>
                    <a:pt x="37401" y="37401"/>
                  </a:lnTo>
                  <a:lnTo>
                    <a:pt x="10032" y="78009"/>
                  </a:lnTo>
                  <a:lnTo>
                    <a:pt x="0" y="127761"/>
                  </a:lnTo>
                  <a:lnTo>
                    <a:pt x="0" y="638810"/>
                  </a:lnTo>
                  <a:lnTo>
                    <a:pt x="10033" y="688562"/>
                  </a:lnTo>
                  <a:lnTo>
                    <a:pt x="37401" y="729170"/>
                  </a:lnTo>
                  <a:lnTo>
                    <a:pt x="78009" y="756538"/>
                  </a:lnTo>
                  <a:lnTo>
                    <a:pt x="127762" y="766572"/>
                  </a:lnTo>
                  <a:lnTo>
                    <a:pt x="4453382" y="766572"/>
                  </a:lnTo>
                  <a:lnTo>
                    <a:pt x="4503134" y="756538"/>
                  </a:lnTo>
                  <a:lnTo>
                    <a:pt x="4543742" y="729170"/>
                  </a:lnTo>
                  <a:lnTo>
                    <a:pt x="4571111" y="688562"/>
                  </a:lnTo>
                  <a:lnTo>
                    <a:pt x="4581144" y="638810"/>
                  </a:lnTo>
                  <a:lnTo>
                    <a:pt x="4581144" y="127761"/>
                  </a:lnTo>
                  <a:lnTo>
                    <a:pt x="4571110" y="78009"/>
                  </a:lnTo>
                  <a:lnTo>
                    <a:pt x="4543742" y="37401"/>
                  </a:lnTo>
                  <a:lnTo>
                    <a:pt x="4503134" y="10032"/>
                  </a:lnTo>
                  <a:lnTo>
                    <a:pt x="4453382" y="0"/>
                  </a:lnTo>
                  <a:close/>
                </a:path>
              </a:pathLst>
            </a:custGeom>
            <a:solidFill>
              <a:srgbClr val="5217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67227" y="1524"/>
              <a:ext cx="4581525" cy="767080"/>
            </a:xfrm>
            <a:custGeom>
              <a:avLst/>
              <a:gdLst/>
              <a:ahLst/>
              <a:cxnLst/>
              <a:rect l="l" t="t" r="r" b="b"/>
              <a:pathLst>
                <a:path w="4581525" h="767080">
                  <a:moveTo>
                    <a:pt x="0" y="127761"/>
                  </a:moveTo>
                  <a:lnTo>
                    <a:pt x="10032" y="78009"/>
                  </a:lnTo>
                  <a:lnTo>
                    <a:pt x="37401" y="37401"/>
                  </a:lnTo>
                  <a:lnTo>
                    <a:pt x="78009" y="10032"/>
                  </a:lnTo>
                  <a:lnTo>
                    <a:pt x="127762" y="0"/>
                  </a:lnTo>
                  <a:lnTo>
                    <a:pt x="4453382" y="0"/>
                  </a:lnTo>
                  <a:lnTo>
                    <a:pt x="4503134" y="10032"/>
                  </a:lnTo>
                  <a:lnTo>
                    <a:pt x="4543742" y="37401"/>
                  </a:lnTo>
                  <a:lnTo>
                    <a:pt x="4571110" y="78009"/>
                  </a:lnTo>
                  <a:lnTo>
                    <a:pt x="4581144" y="127761"/>
                  </a:lnTo>
                  <a:lnTo>
                    <a:pt x="4581144" y="638810"/>
                  </a:lnTo>
                  <a:lnTo>
                    <a:pt x="4571111" y="688562"/>
                  </a:lnTo>
                  <a:lnTo>
                    <a:pt x="4543742" y="729170"/>
                  </a:lnTo>
                  <a:lnTo>
                    <a:pt x="4503134" y="756538"/>
                  </a:lnTo>
                  <a:lnTo>
                    <a:pt x="4453382" y="766572"/>
                  </a:lnTo>
                  <a:lnTo>
                    <a:pt x="127762" y="766572"/>
                  </a:lnTo>
                  <a:lnTo>
                    <a:pt x="78009" y="756538"/>
                  </a:lnTo>
                  <a:lnTo>
                    <a:pt x="37401" y="729170"/>
                  </a:lnTo>
                  <a:lnTo>
                    <a:pt x="10033" y="688562"/>
                  </a:lnTo>
                  <a:lnTo>
                    <a:pt x="0" y="638810"/>
                  </a:lnTo>
                  <a:lnTo>
                    <a:pt x="0" y="12776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411" rIns="0" bIns="0" rtlCol="0">
            <a:spAutoFit/>
          </a:bodyPr>
          <a:lstStyle/>
          <a:p>
            <a:pPr marL="642620">
              <a:lnSpc>
                <a:spcPct val="100000"/>
              </a:lnSpc>
              <a:spcBef>
                <a:spcPts val="100"/>
              </a:spcBef>
            </a:pPr>
            <a:r>
              <a:rPr sz="3200" spc="-335" dirty="0"/>
              <a:t>INSTALL</a:t>
            </a:r>
            <a:r>
              <a:rPr sz="3200" spc="-229" dirty="0"/>
              <a:t> </a:t>
            </a:r>
            <a:r>
              <a:rPr sz="3200" spc="-85" dirty="0"/>
              <a:t>MYSQL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160020" y="784859"/>
            <a:ext cx="11988165" cy="6073140"/>
            <a:chOff x="160020" y="784859"/>
            <a:chExt cx="11988165" cy="60731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20" y="909827"/>
              <a:ext cx="5123688" cy="29413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176" y="1014984"/>
              <a:ext cx="4917948" cy="27355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42204" y="784859"/>
              <a:ext cx="6705600" cy="31866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2328" y="1014984"/>
              <a:ext cx="6254496" cy="27355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5184" y="3436603"/>
              <a:ext cx="5963412" cy="34213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45308" y="3666743"/>
              <a:ext cx="5512308" cy="31912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34867" y="-6095"/>
            <a:ext cx="5302250" cy="782320"/>
            <a:chOff x="3134867" y="-6095"/>
            <a:chExt cx="5302250" cy="782320"/>
          </a:xfrm>
        </p:grpSpPr>
        <p:sp>
          <p:nvSpPr>
            <p:cNvPr id="3" name="object 3"/>
            <p:cNvSpPr/>
            <p:nvPr/>
          </p:nvSpPr>
          <p:spPr>
            <a:xfrm>
              <a:off x="3142487" y="1524"/>
              <a:ext cx="5287010" cy="767080"/>
            </a:xfrm>
            <a:custGeom>
              <a:avLst/>
              <a:gdLst/>
              <a:ahLst/>
              <a:cxnLst/>
              <a:rect l="l" t="t" r="r" b="b"/>
              <a:pathLst>
                <a:path w="5287009" h="767080">
                  <a:moveTo>
                    <a:pt x="5158994" y="0"/>
                  </a:moveTo>
                  <a:lnTo>
                    <a:pt x="127762" y="0"/>
                  </a:lnTo>
                  <a:lnTo>
                    <a:pt x="78009" y="10032"/>
                  </a:lnTo>
                  <a:lnTo>
                    <a:pt x="37401" y="37401"/>
                  </a:lnTo>
                  <a:lnTo>
                    <a:pt x="10032" y="78009"/>
                  </a:lnTo>
                  <a:lnTo>
                    <a:pt x="0" y="127761"/>
                  </a:lnTo>
                  <a:lnTo>
                    <a:pt x="0" y="638810"/>
                  </a:lnTo>
                  <a:lnTo>
                    <a:pt x="10033" y="688562"/>
                  </a:lnTo>
                  <a:lnTo>
                    <a:pt x="37401" y="729170"/>
                  </a:lnTo>
                  <a:lnTo>
                    <a:pt x="78009" y="756538"/>
                  </a:lnTo>
                  <a:lnTo>
                    <a:pt x="127762" y="766572"/>
                  </a:lnTo>
                  <a:lnTo>
                    <a:pt x="5158994" y="766572"/>
                  </a:lnTo>
                  <a:lnTo>
                    <a:pt x="5208746" y="756538"/>
                  </a:lnTo>
                  <a:lnTo>
                    <a:pt x="5249354" y="729170"/>
                  </a:lnTo>
                  <a:lnTo>
                    <a:pt x="5276723" y="688562"/>
                  </a:lnTo>
                  <a:lnTo>
                    <a:pt x="5286756" y="638810"/>
                  </a:lnTo>
                  <a:lnTo>
                    <a:pt x="5286756" y="127761"/>
                  </a:lnTo>
                  <a:lnTo>
                    <a:pt x="5276722" y="78009"/>
                  </a:lnTo>
                  <a:lnTo>
                    <a:pt x="5249354" y="37401"/>
                  </a:lnTo>
                  <a:lnTo>
                    <a:pt x="5208746" y="10032"/>
                  </a:lnTo>
                  <a:lnTo>
                    <a:pt x="5158994" y="0"/>
                  </a:lnTo>
                  <a:close/>
                </a:path>
              </a:pathLst>
            </a:custGeom>
            <a:solidFill>
              <a:srgbClr val="5563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42487" y="1524"/>
              <a:ext cx="5287010" cy="767080"/>
            </a:xfrm>
            <a:custGeom>
              <a:avLst/>
              <a:gdLst/>
              <a:ahLst/>
              <a:cxnLst/>
              <a:rect l="l" t="t" r="r" b="b"/>
              <a:pathLst>
                <a:path w="5287009" h="767080">
                  <a:moveTo>
                    <a:pt x="0" y="127761"/>
                  </a:moveTo>
                  <a:lnTo>
                    <a:pt x="10032" y="78009"/>
                  </a:lnTo>
                  <a:lnTo>
                    <a:pt x="37401" y="37401"/>
                  </a:lnTo>
                  <a:lnTo>
                    <a:pt x="78009" y="10032"/>
                  </a:lnTo>
                  <a:lnTo>
                    <a:pt x="127762" y="0"/>
                  </a:lnTo>
                  <a:lnTo>
                    <a:pt x="5158994" y="0"/>
                  </a:lnTo>
                  <a:lnTo>
                    <a:pt x="5208746" y="10032"/>
                  </a:lnTo>
                  <a:lnTo>
                    <a:pt x="5249354" y="37401"/>
                  </a:lnTo>
                  <a:lnTo>
                    <a:pt x="5276722" y="78009"/>
                  </a:lnTo>
                  <a:lnTo>
                    <a:pt x="5286756" y="127761"/>
                  </a:lnTo>
                  <a:lnTo>
                    <a:pt x="5286756" y="638810"/>
                  </a:lnTo>
                  <a:lnTo>
                    <a:pt x="5276723" y="688562"/>
                  </a:lnTo>
                  <a:lnTo>
                    <a:pt x="5249354" y="729170"/>
                  </a:lnTo>
                  <a:lnTo>
                    <a:pt x="5208746" y="756538"/>
                  </a:lnTo>
                  <a:lnTo>
                    <a:pt x="5158994" y="766572"/>
                  </a:lnTo>
                  <a:lnTo>
                    <a:pt x="127762" y="766572"/>
                  </a:lnTo>
                  <a:lnTo>
                    <a:pt x="78009" y="756538"/>
                  </a:lnTo>
                  <a:lnTo>
                    <a:pt x="37401" y="729170"/>
                  </a:lnTo>
                  <a:lnTo>
                    <a:pt x="10033" y="688562"/>
                  </a:lnTo>
                  <a:lnTo>
                    <a:pt x="0" y="638810"/>
                  </a:lnTo>
                  <a:lnTo>
                    <a:pt x="0" y="12776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411" rIns="0" bIns="0" rtlCol="0">
            <a:spAutoFit/>
          </a:bodyPr>
          <a:lstStyle/>
          <a:p>
            <a:pPr marL="704850">
              <a:lnSpc>
                <a:spcPct val="100000"/>
              </a:lnSpc>
              <a:spcBef>
                <a:spcPts val="100"/>
              </a:spcBef>
            </a:pPr>
            <a:r>
              <a:rPr sz="3200" spc="-85" dirty="0"/>
              <a:t>PROJECT</a:t>
            </a:r>
            <a:r>
              <a:rPr sz="3200" spc="-240" dirty="0"/>
              <a:t> </a:t>
            </a:r>
            <a:r>
              <a:rPr sz="3200" spc="-345" dirty="0"/>
              <a:t>STRUCTURE</a:t>
            </a:r>
            <a:endParaRPr sz="32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370293-18C7-9D44-74E0-336EBB642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77245"/>
            <a:ext cx="11887200" cy="56214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5751" y="0"/>
            <a:ext cx="9648825" cy="1201420"/>
          </a:xfrm>
          <a:prstGeom prst="rect">
            <a:avLst/>
          </a:prstGeom>
          <a:ln w="9144">
            <a:solidFill>
              <a:srgbClr val="58523E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750310" marR="325755" indent="-3658235">
              <a:lnSpc>
                <a:spcPct val="100000"/>
              </a:lnSpc>
              <a:spcBef>
                <a:spcPts val="300"/>
              </a:spcBef>
            </a:pPr>
            <a:r>
              <a:rPr sz="3600" b="1" spc="-245" dirty="0">
                <a:solidFill>
                  <a:srgbClr val="ED6D4A"/>
                </a:solidFill>
                <a:latin typeface="Tahoma"/>
                <a:cs typeface="Tahoma"/>
              </a:rPr>
              <a:t>CREATE</a:t>
            </a:r>
            <a:r>
              <a:rPr sz="3600" b="1" spc="-30" dirty="0">
                <a:solidFill>
                  <a:srgbClr val="ED6D4A"/>
                </a:solidFill>
                <a:latin typeface="Tahoma"/>
                <a:cs typeface="Tahoma"/>
              </a:rPr>
              <a:t> </a:t>
            </a:r>
            <a:r>
              <a:rPr sz="3600" b="1" spc="-459" dirty="0">
                <a:solidFill>
                  <a:srgbClr val="ED6D4A"/>
                </a:solidFill>
                <a:latin typeface="Tahoma"/>
                <a:cs typeface="Tahoma"/>
              </a:rPr>
              <a:t>THE</a:t>
            </a:r>
            <a:r>
              <a:rPr sz="3600" b="1" spc="-30" dirty="0">
                <a:solidFill>
                  <a:srgbClr val="ED6D4A"/>
                </a:solidFill>
                <a:latin typeface="Tahoma"/>
                <a:cs typeface="Tahoma"/>
              </a:rPr>
              <a:t> </a:t>
            </a:r>
            <a:r>
              <a:rPr sz="3600" b="1" spc="-200" dirty="0">
                <a:solidFill>
                  <a:srgbClr val="ED6D4A"/>
                </a:solidFill>
                <a:latin typeface="Tahoma"/>
                <a:cs typeface="Tahoma"/>
              </a:rPr>
              <a:t>DATABASE</a:t>
            </a:r>
            <a:r>
              <a:rPr sz="3600" b="1" spc="-25" dirty="0">
                <a:solidFill>
                  <a:srgbClr val="ED6D4A"/>
                </a:solidFill>
                <a:latin typeface="Tahoma"/>
                <a:cs typeface="Tahoma"/>
              </a:rPr>
              <a:t> </a:t>
            </a:r>
            <a:r>
              <a:rPr sz="3600" b="1" spc="-395" dirty="0">
                <a:solidFill>
                  <a:srgbClr val="ED6D4A"/>
                </a:solidFill>
                <a:latin typeface="Tahoma"/>
                <a:cs typeface="Tahoma"/>
              </a:rPr>
              <a:t>STRUCTURE</a:t>
            </a:r>
            <a:r>
              <a:rPr sz="3600" b="1" spc="-30" dirty="0">
                <a:solidFill>
                  <a:srgbClr val="ED6D4A"/>
                </a:solidFill>
                <a:latin typeface="Tahoma"/>
                <a:cs typeface="Tahoma"/>
              </a:rPr>
              <a:t> </a:t>
            </a:r>
            <a:r>
              <a:rPr sz="3600" b="1" spc="-235" dirty="0">
                <a:solidFill>
                  <a:srgbClr val="ED6D4A"/>
                </a:solidFill>
                <a:latin typeface="Tahoma"/>
                <a:cs typeface="Tahoma"/>
              </a:rPr>
              <a:t>FOR</a:t>
            </a:r>
            <a:r>
              <a:rPr sz="3600" b="1" spc="-25" dirty="0">
                <a:solidFill>
                  <a:srgbClr val="ED6D4A"/>
                </a:solidFill>
                <a:latin typeface="Tahoma"/>
                <a:cs typeface="Tahoma"/>
              </a:rPr>
              <a:t> </a:t>
            </a:r>
            <a:r>
              <a:rPr sz="3600" b="1" spc="-484" dirty="0">
                <a:solidFill>
                  <a:srgbClr val="ED6D4A"/>
                </a:solidFill>
                <a:latin typeface="Tahoma"/>
                <a:cs typeface="Tahoma"/>
              </a:rPr>
              <a:t>THE </a:t>
            </a:r>
            <a:r>
              <a:rPr sz="3600" b="1" spc="-60" dirty="0">
                <a:solidFill>
                  <a:srgbClr val="ED6D4A"/>
                </a:solidFill>
                <a:latin typeface="Tahoma"/>
                <a:cs typeface="Tahoma"/>
              </a:rPr>
              <a:t>PROJECT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7508" y="1304544"/>
            <a:ext cx="440690" cy="398145"/>
            <a:chOff x="1397508" y="1304544"/>
            <a:chExt cx="440690" cy="398145"/>
          </a:xfrm>
        </p:grpSpPr>
        <p:sp>
          <p:nvSpPr>
            <p:cNvPr id="5" name="object 5"/>
            <p:cNvSpPr/>
            <p:nvPr/>
          </p:nvSpPr>
          <p:spPr>
            <a:xfrm>
              <a:off x="1408938" y="1315974"/>
              <a:ext cx="417830" cy="375285"/>
            </a:xfrm>
            <a:custGeom>
              <a:avLst/>
              <a:gdLst/>
              <a:ahLst/>
              <a:cxnLst/>
              <a:rect l="l" t="t" r="r" b="b"/>
              <a:pathLst>
                <a:path w="417830" h="375285">
                  <a:moveTo>
                    <a:pt x="208787" y="0"/>
                  </a:moveTo>
                  <a:lnTo>
                    <a:pt x="160913" y="4951"/>
                  </a:lnTo>
                  <a:lnTo>
                    <a:pt x="116965" y="19056"/>
                  </a:lnTo>
                  <a:lnTo>
                    <a:pt x="78199" y="41187"/>
                  </a:lnTo>
                  <a:lnTo>
                    <a:pt x="45866" y="70219"/>
                  </a:lnTo>
                  <a:lnTo>
                    <a:pt x="21220" y="105024"/>
                  </a:lnTo>
                  <a:lnTo>
                    <a:pt x="5513" y="144477"/>
                  </a:lnTo>
                  <a:lnTo>
                    <a:pt x="0" y="187451"/>
                  </a:lnTo>
                  <a:lnTo>
                    <a:pt x="5513" y="230426"/>
                  </a:lnTo>
                  <a:lnTo>
                    <a:pt x="21220" y="269879"/>
                  </a:lnTo>
                  <a:lnTo>
                    <a:pt x="45866" y="304684"/>
                  </a:lnTo>
                  <a:lnTo>
                    <a:pt x="78199" y="333716"/>
                  </a:lnTo>
                  <a:lnTo>
                    <a:pt x="116965" y="355847"/>
                  </a:lnTo>
                  <a:lnTo>
                    <a:pt x="160913" y="369952"/>
                  </a:lnTo>
                  <a:lnTo>
                    <a:pt x="208787" y="374903"/>
                  </a:lnTo>
                  <a:lnTo>
                    <a:pt x="256662" y="369952"/>
                  </a:lnTo>
                  <a:lnTo>
                    <a:pt x="300610" y="355847"/>
                  </a:lnTo>
                  <a:lnTo>
                    <a:pt x="339376" y="333716"/>
                  </a:lnTo>
                  <a:lnTo>
                    <a:pt x="371709" y="304684"/>
                  </a:lnTo>
                  <a:lnTo>
                    <a:pt x="396355" y="269879"/>
                  </a:lnTo>
                  <a:lnTo>
                    <a:pt x="412062" y="230426"/>
                  </a:lnTo>
                  <a:lnTo>
                    <a:pt x="417575" y="187451"/>
                  </a:lnTo>
                  <a:lnTo>
                    <a:pt x="412062" y="144477"/>
                  </a:lnTo>
                  <a:lnTo>
                    <a:pt x="396355" y="105024"/>
                  </a:lnTo>
                  <a:lnTo>
                    <a:pt x="371709" y="70219"/>
                  </a:lnTo>
                  <a:lnTo>
                    <a:pt x="339376" y="41187"/>
                  </a:lnTo>
                  <a:lnTo>
                    <a:pt x="300610" y="19056"/>
                  </a:lnTo>
                  <a:lnTo>
                    <a:pt x="256662" y="4951"/>
                  </a:lnTo>
                  <a:lnTo>
                    <a:pt x="208787" y="0"/>
                  </a:lnTo>
                  <a:close/>
                </a:path>
              </a:pathLst>
            </a:custGeom>
            <a:solidFill>
              <a:srgbClr val="7185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8938" y="1315974"/>
              <a:ext cx="417830" cy="375285"/>
            </a:xfrm>
            <a:custGeom>
              <a:avLst/>
              <a:gdLst/>
              <a:ahLst/>
              <a:cxnLst/>
              <a:rect l="l" t="t" r="r" b="b"/>
              <a:pathLst>
                <a:path w="417830" h="375285">
                  <a:moveTo>
                    <a:pt x="208787" y="0"/>
                  </a:moveTo>
                  <a:lnTo>
                    <a:pt x="208787" y="374903"/>
                  </a:lnTo>
                </a:path>
                <a:path w="417830" h="375285">
                  <a:moveTo>
                    <a:pt x="0" y="187451"/>
                  </a:moveTo>
                  <a:lnTo>
                    <a:pt x="417575" y="187451"/>
                  </a:lnTo>
                </a:path>
                <a:path w="417830" h="375285">
                  <a:moveTo>
                    <a:pt x="0" y="187451"/>
                  </a:moveTo>
                  <a:lnTo>
                    <a:pt x="5513" y="144477"/>
                  </a:lnTo>
                  <a:lnTo>
                    <a:pt x="21220" y="105024"/>
                  </a:lnTo>
                  <a:lnTo>
                    <a:pt x="45866" y="70219"/>
                  </a:lnTo>
                  <a:lnTo>
                    <a:pt x="78199" y="41187"/>
                  </a:lnTo>
                  <a:lnTo>
                    <a:pt x="116965" y="19056"/>
                  </a:lnTo>
                  <a:lnTo>
                    <a:pt x="160913" y="4951"/>
                  </a:lnTo>
                  <a:lnTo>
                    <a:pt x="208787" y="0"/>
                  </a:lnTo>
                  <a:lnTo>
                    <a:pt x="256662" y="4951"/>
                  </a:lnTo>
                  <a:lnTo>
                    <a:pt x="300610" y="19056"/>
                  </a:lnTo>
                  <a:lnTo>
                    <a:pt x="339376" y="41187"/>
                  </a:lnTo>
                  <a:lnTo>
                    <a:pt x="371709" y="70219"/>
                  </a:lnTo>
                  <a:lnTo>
                    <a:pt x="396355" y="105024"/>
                  </a:lnTo>
                  <a:lnTo>
                    <a:pt x="412062" y="144477"/>
                  </a:lnTo>
                  <a:lnTo>
                    <a:pt x="417575" y="187451"/>
                  </a:lnTo>
                  <a:lnTo>
                    <a:pt x="412062" y="230426"/>
                  </a:lnTo>
                  <a:lnTo>
                    <a:pt x="396355" y="269879"/>
                  </a:lnTo>
                  <a:lnTo>
                    <a:pt x="371709" y="304684"/>
                  </a:lnTo>
                  <a:lnTo>
                    <a:pt x="339376" y="333716"/>
                  </a:lnTo>
                  <a:lnTo>
                    <a:pt x="300610" y="355847"/>
                  </a:lnTo>
                  <a:lnTo>
                    <a:pt x="256662" y="369952"/>
                  </a:lnTo>
                  <a:lnTo>
                    <a:pt x="208787" y="374903"/>
                  </a:lnTo>
                  <a:lnTo>
                    <a:pt x="160913" y="369952"/>
                  </a:lnTo>
                  <a:lnTo>
                    <a:pt x="116965" y="355847"/>
                  </a:lnTo>
                  <a:lnTo>
                    <a:pt x="78199" y="333716"/>
                  </a:lnTo>
                  <a:lnTo>
                    <a:pt x="45866" y="304684"/>
                  </a:lnTo>
                  <a:lnTo>
                    <a:pt x="21220" y="269879"/>
                  </a:lnTo>
                  <a:lnTo>
                    <a:pt x="5513" y="230426"/>
                  </a:lnTo>
                  <a:lnTo>
                    <a:pt x="0" y="187451"/>
                  </a:lnTo>
                  <a:close/>
                </a:path>
              </a:pathLst>
            </a:custGeom>
            <a:ln w="228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6036774-C947-E87A-C5D7-714C2B6E3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07600"/>
            <a:ext cx="10103390" cy="5327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8611" y="281940"/>
            <a:ext cx="7421880" cy="1201420"/>
            <a:chOff x="1848611" y="281940"/>
            <a:chExt cx="7421880" cy="1201420"/>
          </a:xfrm>
        </p:grpSpPr>
        <p:sp>
          <p:nvSpPr>
            <p:cNvPr id="3" name="object 3"/>
            <p:cNvSpPr/>
            <p:nvPr/>
          </p:nvSpPr>
          <p:spPr>
            <a:xfrm>
              <a:off x="2458211" y="281940"/>
              <a:ext cx="6812280" cy="1201420"/>
            </a:xfrm>
            <a:custGeom>
              <a:avLst/>
              <a:gdLst/>
              <a:ahLst/>
              <a:cxnLst/>
              <a:rect l="l" t="t" r="r" b="b"/>
              <a:pathLst>
                <a:path w="6812280" h="1201420">
                  <a:moveTo>
                    <a:pt x="6211823" y="0"/>
                  </a:moveTo>
                  <a:lnTo>
                    <a:pt x="6211823" y="300227"/>
                  </a:lnTo>
                  <a:lnTo>
                    <a:pt x="0" y="300227"/>
                  </a:lnTo>
                  <a:lnTo>
                    <a:pt x="0" y="900683"/>
                  </a:lnTo>
                  <a:lnTo>
                    <a:pt x="6211823" y="900683"/>
                  </a:lnTo>
                  <a:lnTo>
                    <a:pt x="6211823" y="1200911"/>
                  </a:lnTo>
                  <a:lnTo>
                    <a:pt x="6812280" y="600455"/>
                  </a:lnTo>
                  <a:lnTo>
                    <a:pt x="6211823" y="0"/>
                  </a:lnTo>
                  <a:close/>
                </a:path>
              </a:pathLst>
            </a:custGeom>
            <a:solidFill>
              <a:srgbClr val="E0CD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56231" y="632460"/>
              <a:ext cx="7313930" cy="480059"/>
            </a:xfrm>
            <a:custGeom>
              <a:avLst/>
              <a:gdLst/>
              <a:ahLst/>
              <a:cxnLst/>
              <a:rect l="l" t="t" r="r" b="b"/>
              <a:pathLst>
                <a:path w="7313930" h="480059">
                  <a:moveTo>
                    <a:pt x="7233666" y="0"/>
                  </a:moveTo>
                  <a:lnTo>
                    <a:pt x="80010" y="0"/>
                  </a:lnTo>
                  <a:lnTo>
                    <a:pt x="48863" y="6286"/>
                  </a:lnTo>
                  <a:lnTo>
                    <a:pt x="23431" y="23431"/>
                  </a:lnTo>
                  <a:lnTo>
                    <a:pt x="6286" y="48863"/>
                  </a:lnTo>
                  <a:lnTo>
                    <a:pt x="0" y="80010"/>
                  </a:lnTo>
                  <a:lnTo>
                    <a:pt x="0" y="400050"/>
                  </a:lnTo>
                  <a:lnTo>
                    <a:pt x="6286" y="431196"/>
                  </a:lnTo>
                  <a:lnTo>
                    <a:pt x="23431" y="456628"/>
                  </a:lnTo>
                  <a:lnTo>
                    <a:pt x="48863" y="473773"/>
                  </a:lnTo>
                  <a:lnTo>
                    <a:pt x="80010" y="480060"/>
                  </a:lnTo>
                  <a:lnTo>
                    <a:pt x="7233666" y="480060"/>
                  </a:lnTo>
                  <a:lnTo>
                    <a:pt x="7264812" y="473773"/>
                  </a:lnTo>
                  <a:lnTo>
                    <a:pt x="7290244" y="456628"/>
                  </a:lnTo>
                  <a:lnTo>
                    <a:pt x="7307389" y="431196"/>
                  </a:lnTo>
                  <a:lnTo>
                    <a:pt x="7313676" y="400050"/>
                  </a:lnTo>
                  <a:lnTo>
                    <a:pt x="7313676" y="80010"/>
                  </a:lnTo>
                  <a:lnTo>
                    <a:pt x="7307389" y="48863"/>
                  </a:lnTo>
                  <a:lnTo>
                    <a:pt x="7290244" y="23431"/>
                  </a:lnTo>
                  <a:lnTo>
                    <a:pt x="7264812" y="6286"/>
                  </a:lnTo>
                  <a:lnTo>
                    <a:pt x="7233666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56231" y="632460"/>
              <a:ext cx="7313930" cy="480059"/>
            </a:xfrm>
            <a:custGeom>
              <a:avLst/>
              <a:gdLst/>
              <a:ahLst/>
              <a:cxnLst/>
              <a:rect l="l" t="t" r="r" b="b"/>
              <a:pathLst>
                <a:path w="7313930" h="480059">
                  <a:moveTo>
                    <a:pt x="0" y="80010"/>
                  </a:moveTo>
                  <a:lnTo>
                    <a:pt x="6286" y="48863"/>
                  </a:lnTo>
                  <a:lnTo>
                    <a:pt x="23431" y="23431"/>
                  </a:lnTo>
                  <a:lnTo>
                    <a:pt x="48863" y="6286"/>
                  </a:lnTo>
                  <a:lnTo>
                    <a:pt x="80010" y="0"/>
                  </a:lnTo>
                  <a:lnTo>
                    <a:pt x="7233666" y="0"/>
                  </a:lnTo>
                  <a:lnTo>
                    <a:pt x="7264812" y="6286"/>
                  </a:lnTo>
                  <a:lnTo>
                    <a:pt x="7290244" y="23431"/>
                  </a:lnTo>
                  <a:lnTo>
                    <a:pt x="7307389" y="48863"/>
                  </a:lnTo>
                  <a:lnTo>
                    <a:pt x="7313676" y="80010"/>
                  </a:lnTo>
                  <a:lnTo>
                    <a:pt x="7313676" y="400050"/>
                  </a:lnTo>
                  <a:lnTo>
                    <a:pt x="7307389" y="431196"/>
                  </a:lnTo>
                  <a:lnTo>
                    <a:pt x="7290244" y="456628"/>
                  </a:lnTo>
                  <a:lnTo>
                    <a:pt x="7264812" y="473773"/>
                  </a:lnTo>
                  <a:lnTo>
                    <a:pt x="7233666" y="480060"/>
                  </a:lnTo>
                  <a:lnTo>
                    <a:pt x="80010" y="480060"/>
                  </a:lnTo>
                  <a:lnTo>
                    <a:pt x="48863" y="473773"/>
                  </a:lnTo>
                  <a:lnTo>
                    <a:pt x="23431" y="456628"/>
                  </a:lnTo>
                  <a:lnTo>
                    <a:pt x="6286" y="431196"/>
                  </a:lnTo>
                  <a:lnTo>
                    <a:pt x="0" y="400050"/>
                  </a:lnTo>
                  <a:lnTo>
                    <a:pt x="0" y="8001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73072" y="656971"/>
            <a:ext cx="708215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i="1" spc="-150" dirty="0"/>
              <a:t>CURRENT FLOW OF CAB MANAGEMENT SYSTEM</a:t>
            </a:r>
            <a:endParaRPr i="1" spc="-105" dirty="0">
              <a:latin typeface="Verdana"/>
              <a:cs typeface="Verda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3AC8C3-2715-846C-7555-33B99FFD6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509" y="1295400"/>
            <a:ext cx="4993474" cy="54105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62E758-6221-BF82-D1DE-2ED61DBD5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330748"/>
            <a:ext cx="8991600" cy="47276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97B804C-5349-763E-6AD8-5353EA0CB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219200"/>
            <a:ext cx="9144000" cy="49077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A8982-36BF-B39D-5FC0-EE4B7D2A1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609600"/>
            <a:ext cx="9567272" cy="511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4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DCE0B-5916-D725-2461-3E38A16D5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12006"/>
            <a:ext cx="9808936" cy="523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54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43826-C88E-8BC9-AADD-0E137497C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14400"/>
            <a:ext cx="10134600" cy="546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3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8F530-2D34-0812-3CB9-1DE0D3129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295400"/>
            <a:ext cx="8839200" cy="478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1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FC2EF-E352-9A09-0497-BB43CCF27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914400"/>
            <a:ext cx="9982200" cy="531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7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13AA5-B5FF-1EB6-4372-D561C617C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219200"/>
            <a:ext cx="9483645" cy="511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09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947B6A-B08A-CF4F-4BAD-59C50BD38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54" y="838200"/>
            <a:ext cx="10319515" cy="555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19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55835-AB1B-9207-65C4-BB9C3DD29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24461"/>
            <a:ext cx="10210800" cy="556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4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62E69944-14FC-615E-9169-A7E62EAB3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0677" y="1264842"/>
            <a:ext cx="780272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Resizable Windows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GUI components adjust automatically when the window is resized for better visibility.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Keyboard Navigation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Users can navigate using Tab, Enter, and arrow keys for faster input without mouse.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Clear Fonts and Labels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Readable font size and proper label placement enhance user clarity and accessibility.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Error Messages &amp; Dialogs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Prompt pop-up messages help users quickly correct input mistakes.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Consistent Layout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Uniform component alignment across all frames ensures a smooth user experience.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11F0D-2256-EA98-28E6-9EC820EE3C8A}"/>
              </a:ext>
            </a:extLst>
          </p:cNvPr>
          <p:cNvSpPr txBox="1"/>
          <p:nvPr/>
        </p:nvSpPr>
        <p:spPr>
          <a:xfrm>
            <a:off x="2057400" y="176748"/>
            <a:ext cx="7316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Responsiveness and Accessibility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3DCD14-2BB1-FA77-E964-1DE407482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2209800"/>
            <a:ext cx="29146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5060C2-CD9C-BF43-8B50-9CB8B11BE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13516"/>
            <a:ext cx="5867400" cy="63574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DFB35F-8D72-7114-C7BA-0DFC7C4972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24528"/>
              </p:ext>
            </p:extLst>
          </p:nvPr>
        </p:nvGraphicFramePr>
        <p:xfrm>
          <a:off x="4572000" y="304800"/>
          <a:ext cx="3962400" cy="1007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6DF74FF0-3E3B-EF55-470D-BC68080855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522884"/>
              </p:ext>
            </p:extLst>
          </p:nvPr>
        </p:nvGraphicFramePr>
        <p:xfrm>
          <a:off x="3352800" y="2590800"/>
          <a:ext cx="5791200" cy="129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56161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ab Management System Rubric Points">
            <a:extLst>
              <a:ext uri="{FF2B5EF4-FFF2-40B4-BE49-F238E27FC236}">
                <a16:creationId xmlns:a16="http://schemas.microsoft.com/office/drawing/2014/main" id="{EC5316A0-F5E2-E088-F61B-53184FD14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230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DB7198-EAE3-828D-9A6B-7C1B877599E2}"/>
              </a:ext>
            </a:extLst>
          </p:cNvPr>
          <p:cNvSpPr txBox="1"/>
          <p:nvPr/>
        </p:nvSpPr>
        <p:spPr>
          <a:xfrm>
            <a:off x="2057400" y="990600"/>
            <a:ext cx="92964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1E40AF"/>
                </a:solidFill>
                <a:effectLst/>
                <a:latin typeface="Inter"/>
              </a:rPr>
              <a:t>                   </a:t>
            </a:r>
            <a:endParaRPr lang="en-US" b="1" i="0" dirty="0">
              <a:solidFill>
                <a:srgbClr val="1E40AF"/>
              </a:solidFill>
              <a:effectLst/>
              <a:latin typeface="Inter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9333EA"/>
                </a:solidFill>
                <a:effectLst/>
                <a:latin typeface="Inter"/>
              </a:rPr>
              <a:t>✨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Core Feature Implementation </a:t>
            </a:r>
            <a:r>
              <a:rPr lang="en-US" b="1" i="0" dirty="0">
                <a:solidFill>
                  <a:srgbClr val="111827"/>
                </a:solidFill>
                <a:effectLst/>
                <a:latin typeface="Inter"/>
              </a:rPr>
              <a:t>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Evaluation of how well essential functionalities are developed and meet requirements.</a:t>
            </a:r>
          </a:p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DC2626"/>
                </a:solidFill>
                <a:effectLst/>
                <a:latin typeface="Inter"/>
              </a:rPr>
              <a:t>🛡️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Error Handling &amp; Robustness </a:t>
            </a:r>
            <a:r>
              <a:rPr lang="en-US" b="1" i="0" dirty="0">
                <a:solidFill>
                  <a:srgbClr val="111827"/>
                </a:solidFill>
                <a:effectLst/>
                <a:latin typeface="Inter"/>
              </a:rPr>
              <a:t>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Assessment of the system's ability to gracefully handle errors and maintain stability.</a:t>
            </a:r>
          </a:p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16A34A"/>
                </a:solidFill>
                <a:effectLst/>
                <a:latin typeface="Inter"/>
              </a:rPr>
              <a:t>🔗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Integration of Components </a:t>
            </a:r>
            <a:r>
              <a:rPr lang="en-US" b="1" i="0" dirty="0">
                <a:solidFill>
                  <a:srgbClr val="111827"/>
                </a:solidFill>
                <a:effectLst/>
                <a:latin typeface="Inter"/>
              </a:rPr>
              <a:t>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Review of seamless interaction and data flow between different modules.</a:t>
            </a:r>
          </a:p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CA8A04"/>
                </a:solidFill>
                <a:effectLst/>
                <a:latin typeface="Inter"/>
              </a:rPr>
              <a:t>⚡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Event Handling &amp; Processing 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Analysis of the efficiency and accuracy in managing system events and user interactions.</a:t>
            </a:r>
          </a:p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0D9488"/>
                </a:solidFill>
                <a:effectLst/>
                <a:latin typeface="Inter"/>
              </a:rPr>
              <a:t>✅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Data Validation </a:t>
            </a:r>
            <a:r>
              <a:rPr lang="en-US" b="1" i="0" dirty="0">
                <a:solidFill>
                  <a:srgbClr val="111827"/>
                </a:solidFill>
                <a:effectLst/>
                <a:latin typeface="Inter"/>
              </a:rPr>
              <a:t>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Examination of mechanisms ensuring data integrity and correctness at all input points.</a:t>
            </a:r>
          </a:p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4F46E5"/>
                </a:solidFill>
                <a:effectLst/>
                <a:latin typeface="Inter"/>
              </a:rPr>
              <a:t>🚀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Code Quality &amp; Innovation </a:t>
            </a:r>
            <a:r>
              <a:rPr lang="en-US" b="1" i="0" dirty="0">
                <a:solidFill>
                  <a:srgbClr val="111827"/>
                </a:solidFill>
                <a:effectLst/>
                <a:latin typeface="Inter"/>
              </a:rPr>
              <a:t>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Evaluation of code readability, maintainability, and incorporation of novel solutions.</a:t>
            </a:r>
          </a:p>
          <a:p>
            <a:pPr algn="l">
              <a:spcBef>
                <a:spcPts val="1200"/>
              </a:spcBef>
              <a:buFont typeface="+mj-lt"/>
              <a:buAutoNum type="arabicPeriod"/>
            </a:pPr>
            <a:r>
              <a:rPr lang="en-US" b="0" i="0" dirty="0">
                <a:solidFill>
                  <a:srgbClr val="EA580C"/>
                </a:solidFill>
                <a:effectLst/>
                <a:latin typeface="Inter"/>
              </a:rPr>
              <a:t>📄</a:t>
            </a:r>
            <a:r>
              <a:rPr lang="en-US" sz="2000" b="1" i="0" dirty="0">
                <a:solidFill>
                  <a:srgbClr val="111827"/>
                </a:solidFill>
                <a:effectLst/>
                <a:latin typeface="Inter"/>
              </a:rPr>
              <a:t>Project Documentation </a:t>
            </a:r>
            <a:r>
              <a:rPr lang="en-US" b="1" i="0" dirty="0">
                <a:solidFill>
                  <a:srgbClr val="111827"/>
                </a:solidFill>
                <a:effectLst/>
                <a:latin typeface="Inter"/>
              </a:rPr>
              <a:t>: </a:t>
            </a:r>
            <a:r>
              <a:rPr lang="en-US" b="0" i="0" dirty="0">
                <a:solidFill>
                  <a:srgbClr val="4B5563"/>
                </a:solidFill>
                <a:effectLst/>
                <a:latin typeface="Inter"/>
              </a:rPr>
              <a:t>Review of the completeness, clarity, and usefulness of all project-related documents.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50A02BE-3982-19C0-25D4-B14B135D62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3298031"/>
              </p:ext>
            </p:extLst>
          </p:nvPr>
        </p:nvGraphicFramePr>
        <p:xfrm>
          <a:off x="5257800" y="76200"/>
          <a:ext cx="25908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348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FDE09E-D182-3187-2DED-CB372F5BB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79844"/>
              </p:ext>
            </p:extLst>
          </p:nvPr>
        </p:nvGraphicFramePr>
        <p:xfrm>
          <a:off x="2209800" y="152400"/>
          <a:ext cx="60960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9451769-FACD-7B6B-9DE3-7F160DF2B8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2356312"/>
              </p:ext>
            </p:extLst>
          </p:nvPr>
        </p:nvGraphicFramePr>
        <p:xfrm>
          <a:off x="1167734" y="3232735"/>
          <a:ext cx="2447925" cy="584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81D9F8-B4A0-E5C7-3BFB-F2AF9BA6066B}"/>
              </a:ext>
            </a:extLst>
          </p:cNvPr>
          <p:cNvSpPr txBox="1"/>
          <p:nvPr/>
        </p:nvSpPr>
        <p:spPr>
          <a:xfrm>
            <a:off x="1371600" y="1828800"/>
            <a:ext cx="6781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" panose="020B0004020202020204" pitchFamily="34" charset="0"/>
              </a:rPr>
              <a:t>Content</a:t>
            </a:r>
            <a:r>
              <a:rPr lang="en-US" sz="28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User registration &amp; login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Booking workflow (select cab, date/time)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Payment confirmation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Aptos" panose="020B0004020202020204" pitchFamily="34" charset="0"/>
              </a:rPr>
              <a:t>Visuals</a:t>
            </a:r>
            <a:r>
              <a:rPr lang="en-US" sz="28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Flowchart outlining each step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ptos" panose="020B0004020202020204" pitchFamily="34" charset="0"/>
              </a:rPr>
              <a:t>Screenshots of each main frame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2FC4C-C519-29E1-1BFF-DC2ADAD8FB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85283"/>
            <a:ext cx="4358104" cy="22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25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6D65F8-B31A-1713-70A3-C481CE270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031685"/>
              </p:ext>
            </p:extLst>
          </p:nvPr>
        </p:nvGraphicFramePr>
        <p:xfrm>
          <a:off x="4038600" y="83092"/>
          <a:ext cx="45720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EB8E502-1FF6-54A5-2CE1-440E0E6DF4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371600"/>
            <a:ext cx="5611255" cy="2775886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64A5C6-2047-A1A5-3A3E-BB58976B0054}"/>
              </a:ext>
            </a:extLst>
          </p:cNvPr>
          <p:cNvSpPr txBox="1"/>
          <p:nvPr/>
        </p:nvSpPr>
        <p:spPr>
          <a:xfrm>
            <a:off x="1981200" y="4724400"/>
            <a:ext cx="7772400" cy="14773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🔹 Proper error handling is implemented using try-catch blocks to prevent application crashes and display user-friendly messages.</a:t>
            </a:r>
          </a:p>
          <a:p>
            <a:endParaRPr lang="en-IN" dirty="0"/>
          </a:p>
          <a:p>
            <a:r>
              <a:rPr lang="en-IN" dirty="0"/>
              <a:t> 🔹 Critical failures like database issues are caught gracefully to ensure robustness.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21EBBB8-A527-C1BD-F774-A56F84ADDC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8343711"/>
              </p:ext>
            </p:extLst>
          </p:nvPr>
        </p:nvGraphicFramePr>
        <p:xfrm>
          <a:off x="5901306" y="798939"/>
          <a:ext cx="1828800" cy="358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508360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1E35C91-BA7F-BB15-5C24-448632609B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458414"/>
              </p:ext>
            </p:extLst>
          </p:nvPr>
        </p:nvGraphicFramePr>
        <p:xfrm>
          <a:off x="3657600" y="152400"/>
          <a:ext cx="51054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2E67DAFD-8872-0CA7-8434-9294948DE0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9638831"/>
              </p:ext>
            </p:extLst>
          </p:nvPr>
        </p:nvGraphicFramePr>
        <p:xfrm>
          <a:off x="6705600" y="1034411"/>
          <a:ext cx="2362200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2929373-F6E6-432E-CCDB-55C37963F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31313"/>
            <a:ext cx="7772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How GUI, Model, DAO, and DB connect end-to-end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Demonstration of a full booking transaction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Visuals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End-to-end sequence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Live demo screen-recording (embed small video)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515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0E26591-CAD3-D739-0E23-3472C0812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996786"/>
              </p:ext>
            </p:extLst>
          </p:nvPr>
        </p:nvGraphicFramePr>
        <p:xfrm>
          <a:off x="3962400" y="142536"/>
          <a:ext cx="53340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35C511-7D25-2378-4A6C-E89B7AFB77C3}"/>
              </a:ext>
            </a:extLst>
          </p:cNvPr>
          <p:cNvSpPr txBox="1"/>
          <p:nvPr/>
        </p:nvSpPr>
        <p:spPr>
          <a:xfrm>
            <a:off x="6400800" y="10858834"/>
            <a:ext cx="7924800" cy="2308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DFC45B-ECBF-40AA-FD35-94F31DBA72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00" y="1069570"/>
            <a:ext cx="5867400" cy="2514600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44A3C19-3E5F-4970-A836-2E6FAAD57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938317"/>
            <a:ext cx="6324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ActionListeners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buttons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validation triggered on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snippet of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actionPerformed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Highlighted event-flow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022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91FE82F-6850-78BD-2B43-2DB7542874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3651809"/>
              </p:ext>
            </p:extLst>
          </p:nvPr>
        </p:nvGraphicFramePr>
        <p:xfrm>
          <a:off x="5029200" y="304800"/>
          <a:ext cx="27432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11F3E9C-1CFB-E9C6-A2E0-DB4D2217E7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27973"/>
            <a:ext cx="4038600" cy="3544853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8639CD-DC03-88DF-9138-69BB29D2C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077016"/>
            <a:ext cx="97733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Checks for empty fields, date/time validity, numeric ranges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Feedback to user (e.g., red border, error dialog)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Visuals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Table listing validations vs.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Screenshot showing invalid-input warning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041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BBC891E-CBFF-3F67-D4BC-1C4A422A2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972078"/>
              </p:ext>
            </p:extLst>
          </p:nvPr>
        </p:nvGraphicFramePr>
        <p:xfrm>
          <a:off x="4419600" y="228600"/>
          <a:ext cx="51054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3AC839E-CCC5-AE15-57EC-DDE3C583CB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752600"/>
            <a:ext cx="5410200" cy="3103106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073E7B-686D-7026-D40D-DC26C721A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397205"/>
            <a:ext cx="604203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Naming conventions, modular methods, comments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Any extra features (e.g., search history, filters)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Visuals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Snippet illustrating well-structured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Icon or badge highlighting an “innovation”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549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89958BA-E4CB-9A86-2577-D14E43B39E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383780"/>
              </p:ext>
            </p:extLst>
          </p:nvPr>
        </p:nvGraphicFramePr>
        <p:xfrm>
          <a:off x="3810000" y="152401"/>
          <a:ext cx="58674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C48110A-6074-FF3C-1747-67A1A1C31D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8927194"/>
              </p:ext>
            </p:extLst>
          </p:nvPr>
        </p:nvGraphicFramePr>
        <p:xfrm>
          <a:off x="533400" y="901996"/>
          <a:ext cx="11125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74301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8E8AACA-43C0-8466-713E-2FC4BB5FD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3674452"/>
              </p:ext>
            </p:extLst>
          </p:nvPr>
        </p:nvGraphicFramePr>
        <p:xfrm>
          <a:off x="4419600" y="304800"/>
          <a:ext cx="40386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97A6F510-A946-3DFF-6763-0213B9CA28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0542522"/>
              </p:ext>
            </p:extLst>
          </p:nvPr>
        </p:nvGraphicFramePr>
        <p:xfrm>
          <a:off x="7320664" y="2362200"/>
          <a:ext cx="4414136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7DA6D22-0781-2E7C-4D6D-2008365B1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828800"/>
            <a:ext cx="59490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README structure: overview, setup,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Inline Javadoc for key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Visuals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Sample README screenshot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Javadoc-generated HTML snippet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99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ab Service PowerPoint Template - SlideBazaar">
            <a:extLst>
              <a:ext uri="{FF2B5EF4-FFF2-40B4-BE49-F238E27FC236}">
                <a16:creationId xmlns:a16="http://schemas.microsoft.com/office/drawing/2014/main" id="{3B131969-670C-085D-2614-EA11918DC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12087"/>
            <a:ext cx="9800068" cy="551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849</Words>
  <Application>Microsoft Office PowerPoint</Application>
  <PresentationFormat>Widescreen</PresentationFormat>
  <Paragraphs>115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Arial</vt:lpstr>
      <vt:lpstr>Arial Rounded MT Bold</vt:lpstr>
      <vt:lpstr>Arial Unicode MS</vt:lpstr>
      <vt:lpstr>Calibri</vt:lpstr>
      <vt:lpstr>Corbel</vt:lpstr>
      <vt:lpstr>Inter</vt:lpstr>
      <vt:lpstr>Tahoma</vt:lpstr>
      <vt:lpstr>Times New Roman</vt:lpstr>
      <vt:lpstr>Verdana</vt:lpstr>
      <vt:lpstr>Office Theme</vt:lpstr>
      <vt:lpstr>COURSE BASED PROJECT</vt:lpstr>
      <vt:lpstr>PowerPoint Presentation</vt:lpstr>
      <vt:lpstr>INTRODUCTION</vt:lpstr>
      <vt:lpstr>PROBLEM STATEMENT</vt:lpstr>
      <vt:lpstr>INSTALL JDK</vt:lpstr>
      <vt:lpstr>INSTALL IDE(NETBEANS)</vt:lpstr>
      <vt:lpstr>INSTALL MYSQL</vt:lpstr>
      <vt:lpstr>PROJECT STRUCTURE</vt:lpstr>
      <vt:lpstr>CREATE THE DATABASE STRUCTURE FOR THE PROJECT</vt:lpstr>
      <vt:lpstr>CURRENT FLOW OF CAB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Swati Tiwari</dc:creator>
  <cp:lastModifiedBy>Ayush Raj</cp:lastModifiedBy>
  <cp:revision>3</cp:revision>
  <dcterms:created xsi:type="dcterms:W3CDTF">2025-06-09T04:18:25Z</dcterms:created>
  <dcterms:modified xsi:type="dcterms:W3CDTF">2025-06-10T12:47:37Z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2025-06-09T00:00:00Z</vt:filetime>
  </property>
  <property fmtid="{D5CDD505-2E9C-101B-9397-08002B2CF9AE}" pid="5" name="Producer">
    <vt:lpwstr>Microsoft® PowerPoint® 2016</vt:lpwstr>
  </property>
</Properties>
</file>